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73" r:id="rId5"/>
    <p:sldMasterId id="2147483724" r:id="rId6"/>
  </p:sldMasterIdLst>
  <p:notesMasterIdLst>
    <p:notesMasterId r:id="rId19"/>
  </p:notesMasterIdLst>
  <p:handoutMasterIdLst>
    <p:handoutMasterId r:id="rId20"/>
  </p:handoutMasterIdLst>
  <p:sldIdLst>
    <p:sldId id="424" r:id="rId7"/>
    <p:sldId id="1398" r:id="rId8"/>
    <p:sldId id="1399" r:id="rId9"/>
    <p:sldId id="1400" r:id="rId10"/>
    <p:sldId id="1401" r:id="rId11"/>
    <p:sldId id="1402" r:id="rId12"/>
    <p:sldId id="1403" r:id="rId13"/>
    <p:sldId id="1404" r:id="rId14"/>
    <p:sldId id="1405" r:id="rId15"/>
    <p:sldId id="1406" r:id="rId16"/>
    <p:sldId id="1407" r:id="rId17"/>
    <p:sldId id="1368" r:id="rId18"/>
  </p:sldIdLst>
  <p:sldSz cx="12192000" cy="6858000"/>
  <p:notesSz cx="6797675" cy="9926638"/>
  <p:embeddedFontLst>
    <p:embeddedFont>
      <p:font typeface="Helvetica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06B7B3-04E7-14C7-F006-E8D6FD9317EA}" name="Michelle Sewell" initials="MS" userId="S::michelle@mammoth.tv::e8d9b915-60eb-4c10-8538-61abdf84f72c" providerId="AD"/>
  <p188:author id="{0A5C11CE-E63F-52BF-EC09-294DF5E06369}" name="Laura Forty (MDS - Administration)" initials="LF" userId="S::l.c.forty@bham.ac.uk::05d6f0cb-f868-4d78-af62-f98c7f8798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DC0E9-FD8F-8DA9-BF69-85681A93BAEA}" v="6" dt="2026-10-13T08:15:56.066"/>
    <p1510:client id="{0E04229E-236F-4C06-8E9C-CEA1035C3A58}" v="700" dt="2026-10-13T08:40:27.078"/>
    <p1510:client id="{144D8820-62ED-2496-90C5-0D891DF322B6}" v="263" dt="2026-10-13T06:44:58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096" autoAdjust="0"/>
  </p:normalViewPr>
  <p:slideViewPr>
    <p:cSldViewPr snapToGrid="0">
      <p:cViewPr varScale="1">
        <p:scale>
          <a:sx n="102" d="100"/>
          <a:sy n="102" d="100"/>
        </p:scale>
        <p:origin x="1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4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2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eming Li (Biomedical Sciences)" userId="S::y.li.43@bham.ac.uk::12f3b62c-acd5-4357-a314-0b860ca8b8d2" providerId="AD" clId="Web-{014DC0E9-FD8F-8DA9-BF69-85681A93BAEA}"/>
    <pc:docChg chg="modSld">
      <pc:chgData name="Yueming Li (Biomedical Sciences)" userId="S::y.li.43@bham.ac.uk::12f3b62c-acd5-4357-a314-0b860ca8b8d2" providerId="AD" clId="Web-{014DC0E9-FD8F-8DA9-BF69-85681A93BAEA}" dt="2026-10-13T08:15:51.551" v="4"/>
      <pc:docMkLst>
        <pc:docMk/>
      </pc:docMkLst>
      <pc:sldChg chg="addSp delSp modSp">
        <pc:chgData name="Yueming Li (Biomedical Sciences)" userId="S::y.li.43@bham.ac.uk::12f3b62c-acd5-4357-a314-0b860ca8b8d2" providerId="AD" clId="Web-{014DC0E9-FD8F-8DA9-BF69-85681A93BAEA}" dt="2026-10-13T07:53:25.158" v="1"/>
        <pc:sldMkLst>
          <pc:docMk/>
          <pc:sldMk cId="874082899" sldId="1403"/>
        </pc:sldMkLst>
        <pc:picChg chg="add mod">
          <ac:chgData name="Yueming Li (Biomedical Sciences)" userId="S::y.li.43@bham.ac.uk::12f3b62c-acd5-4357-a314-0b860ca8b8d2" providerId="AD" clId="Web-{014DC0E9-FD8F-8DA9-BF69-85681A93BAEA}" dt="2026-10-13T07:53:25.158" v="1"/>
          <ac:picMkLst>
            <pc:docMk/>
            <pc:sldMk cId="874082899" sldId="1403"/>
            <ac:picMk id="3" creationId="{2BE4C608-522D-F427-9F73-1A2EE70AB634}"/>
          </ac:picMkLst>
        </pc:picChg>
        <pc:picChg chg="del">
          <ac:chgData name="Yueming Li (Biomedical Sciences)" userId="S::y.li.43@bham.ac.uk::12f3b62c-acd5-4357-a314-0b860ca8b8d2" providerId="AD" clId="Web-{014DC0E9-FD8F-8DA9-BF69-85681A93BAEA}" dt="2026-10-13T07:53:17.580" v="0"/>
          <ac:picMkLst>
            <pc:docMk/>
            <pc:sldMk cId="874082899" sldId="1403"/>
            <ac:picMk id="4" creationId="{1ACE5D5E-600A-DB5A-1812-6203E890D121}"/>
          </ac:picMkLst>
        </pc:picChg>
      </pc:sldChg>
      <pc:sldChg chg="addSp modSp">
        <pc:chgData name="Yueming Li (Biomedical Sciences)" userId="S::y.li.43@bham.ac.uk::12f3b62c-acd5-4357-a314-0b860ca8b8d2" providerId="AD" clId="Web-{014DC0E9-FD8F-8DA9-BF69-85681A93BAEA}" dt="2026-10-13T08:11:49.024" v="3"/>
        <pc:sldMkLst>
          <pc:docMk/>
          <pc:sldMk cId="2122840717" sldId="1404"/>
        </pc:sldMkLst>
        <pc:spChg chg="add mod">
          <ac:chgData name="Yueming Li (Biomedical Sciences)" userId="S::y.li.43@bham.ac.uk::12f3b62c-acd5-4357-a314-0b860ca8b8d2" providerId="AD" clId="Web-{014DC0E9-FD8F-8DA9-BF69-85681A93BAEA}" dt="2026-10-13T08:11:49.024" v="3"/>
          <ac:spMkLst>
            <pc:docMk/>
            <pc:sldMk cId="2122840717" sldId="1404"/>
            <ac:spMk id="3" creationId="{9CC30030-8186-52ED-3A11-3A1AB44F5C0F}"/>
          </ac:spMkLst>
        </pc:spChg>
      </pc:sldChg>
      <pc:sldChg chg="addSp modSp">
        <pc:chgData name="Yueming Li (Biomedical Sciences)" userId="S::y.li.43@bham.ac.uk::12f3b62c-acd5-4357-a314-0b860ca8b8d2" providerId="AD" clId="Web-{014DC0E9-FD8F-8DA9-BF69-85681A93BAEA}" dt="2026-10-13T08:15:51.551" v="4"/>
        <pc:sldMkLst>
          <pc:docMk/>
          <pc:sldMk cId="1868182018" sldId="1405"/>
        </pc:sldMkLst>
        <pc:picChg chg="add mod">
          <ac:chgData name="Yueming Li (Biomedical Sciences)" userId="S::y.li.43@bham.ac.uk::12f3b62c-acd5-4357-a314-0b860ca8b8d2" providerId="AD" clId="Web-{014DC0E9-FD8F-8DA9-BF69-85681A93BAEA}" dt="2026-10-13T08:15:51.551" v="4"/>
          <ac:picMkLst>
            <pc:docMk/>
            <pc:sldMk cId="1868182018" sldId="1405"/>
            <ac:picMk id="4" creationId="{B67A3D22-AAF3-EE2C-640B-5CC871D5AEEF}"/>
          </ac:picMkLst>
        </pc:picChg>
      </pc:sldChg>
    </pc:docChg>
  </pc:docChgLst>
  <pc:docChgLst>
    <pc:chgData name="Yueming Li (Biomedical Sciences)" userId="S::y.li.43@bham.ac.uk::12f3b62c-acd5-4357-a314-0b860ca8b8d2" providerId="AD" clId="Web-{144D8820-62ED-2496-90C5-0D891DF322B6}"/>
    <pc:docChg chg="addSld delSld modSld">
      <pc:chgData name="Yueming Li (Biomedical Sciences)" userId="S::y.li.43@bham.ac.uk::12f3b62c-acd5-4357-a314-0b860ca8b8d2" providerId="AD" clId="Web-{144D8820-62ED-2496-90C5-0D891DF322B6}" dt="2026-10-13T06:55:22.405" v="262"/>
      <pc:docMkLst>
        <pc:docMk/>
      </pc:docMkLst>
      <pc:sldChg chg="del">
        <pc:chgData name="Yueming Li (Biomedical Sciences)" userId="S::y.li.43@bham.ac.uk::12f3b62c-acd5-4357-a314-0b860ca8b8d2" providerId="AD" clId="Web-{144D8820-62ED-2496-90C5-0D891DF322B6}" dt="2026-10-13T02:41:38.490" v="117"/>
        <pc:sldMkLst>
          <pc:docMk/>
          <pc:sldMk cId="3334729360" sldId="1371"/>
        </pc:sldMkLst>
      </pc:sldChg>
      <pc:sldChg chg="addSp delSp modSp new modNotes">
        <pc:chgData name="Yueming Li (Biomedical Sciences)" userId="S::y.li.43@bham.ac.uk::12f3b62c-acd5-4357-a314-0b860ca8b8d2" providerId="AD" clId="Web-{144D8820-62ED-2496-90C5-0D891DF322B6}" dt="2026-10-13T03:26:26.545" v="253" actId="20577"/>
        <pc:sldMkLst>
          <pc:docMk/>
          <pc:sldMk cId="300421076" sldId="1398"/>
        </pc:sldMkLst>
        <pc:spChg chg="mod">
          <ac:chgData name="Yueming Li (Biomedical Sciences)" userId="S::y.li.43@bham.ac.uk::12f3b62c-acd5-4357-a314-0b860ca8b8d2" providerId="AD" clId="Web-{144D8820-62ED-2496-90C5-0D891DF322B6}" dt="2026-10-13T01:56:49.433" v="23" actId="14100"/>
          <ac:spMkLst>
            <pc:docMk/>
            <pc:sldMk cId="300421076" sldId="1398"/>
            <ac:spMk id="2" creationId="{7751E533-C0EA-87D7-4EBC-9E3AB5EBCB1E}"/>
          </ac:spMkLst>
        </pc:spChg>
        <pc:spChg chg="del">
          <ac:chgData name="Yueming Li (Biomedical Sciences)" userId="S::y.li.43@bham.ac.uk::12f3b62c-acd5-4357-a314-0b860ca8b8d2" providerId="AD" clId="Web-{144D8820-62ED-2496-90C5-0D891DF322B6}" dt="2026-10-13T01:56:16.618" v="20"/>
          <ac:spMkLst>
            <pc:docMk/>
            <pc:sldMk cId="300421076" sldId="1398"/>
            <ac:spMk id="3" creationId="{27450BB9-8404-5A41-DD68-2AD1E9D295F6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3:24:14.410" v="233" actId="20577"/>
          <ac:spMkLst>
            <pc:docMk/>
            <pc:sldMk cId="300421076" sldId="1398"/>
            <ac:spMk id="4" creationId="{B6BD5E10-F2BC-FD34-436E-5265E74BE92D}"/>
          </ac:spMkLst>
        </pc:spChg>
        <pc:spChg chg="add del mod">
          <ac:chgData name="Yueming Li (Biomedical Sciences)" userId="S::y.li.43@bham.ac.uk::12f3b62c-acd5-4357-a314-0b860ca8b8d2" providerId="AD" clId="Web-{144D8820-62ED-2496-90C5-0D891DF322B6}" dt="2026-10-13T02:57:31.492" v="189"/>
          <ac:spMkLst>
            <pc:docMk/>
            <pc:sldMk cId="300421076" sldId="1398"/>
            <ac:spMk id="6" creationId="{F19AB697-D34E-41CF-7991-F04837219DA4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3:26:26.545" v="253" actId="20577"/>
          <ac:spMkLst>
            <pc:docMk/>
            <pc:sldMk cId="300421076" sldId="1398"/>
            <ac:spMk id="8" creationId="{9C7B446B-B82F-4A5D-D0ED-B42809A86828}"/>
          </ac:spMkLst>
        </pc:spChg>
        <pc:picChg chg="add del mod">
          <ac:chgData name="Yueming Li (Biomedical Sciences)" userId="S::y.li.43@bham.ac.uk::12f3b62c-acd5-4357-a314-0b860ca8b8d2" providerId="AD" clId="Web-{144D8820-62ED-2496-90C5-0D891DF322B6}" dt="2026-10-13T02:57:26.069" v="188"/>
          <ac:picMkLst>
            <pc:docMk/>
            <pc:sldMk cId="300421076" sldId="1398"/>
            <ac:picMk id="5" creationId="{ADFDA532-3AFA-014E-E843-5DD0F814426E}"/>
          </ac:picMkLst>
        </pc:picChg>
        <pc:picChg chg="add mod">
          <ac:chgData name="Yueming Li (Biomedical Sciences)" userId="S::y.li.43@bham.ac.uk::12f3b62c-acd5-4357-a314-0b860ca8b8d2" providerId="AD" clId="Web-{144D8820-62ED-2496-90C5-0D891DF322B6}" dt="2026-10-13T03:00:31.881" v="192" actId="1076"/>
          <ac:picMkLst>
            <pc:docMk/>
            <pc:sldMk cId="300421076" sldId="1398"/>
            <ac:picMk id="7" creationId="{D72E9899-1E77-37F0-3D01-9E8B51A151C0}"/>
          </ac:picMkLst>
        </pc:picChg>
      </pc:sldChg>
      <pc:sldChg chg="addSp modSp del">
        <pc:chgData name="Yueming Li (Biomedical Sciences)" userId="S::y.li.43@bham.ac.uk::12f3b62c-acd5-4357-a314-0b860ca8b8d2" providerId="AD" clId="Web-{144D8820-62ED-2496-90C5-0D891DF322B6}" dt="2026-10-13T01:55:10.534" v="4"/>
        <pc:sldMkLst>
          <pc:docMk/>
          <pc:sldMk cId="3234176009" sldId="1399"/>
        </pc:sldMkLst>
        <pc:spChg chg="add mod">
          <ac:chgData name="Yueming Li (Biomedical Sciences)" userId="S::y.li.43@bham.ac.uk::12f3b62c-acd5-4357-a314-0b860ca8b8d2" providerId="AD" clId="Web-{144D8820-62ED-2496-90C5-0D891DF322B6}" dt="2026-10-13T01:55:05.346" v="3" actId="20577"/>
          <ac:spMkLst>
            <pc:docMk/>
            <pc:sldMk cId="3234176009" sldId="1399"/>
            <ac:spMk id="2" creationId="{0B0DB568-EAE7-D8BA-9C46-D29DC99388AB}"/>
          </ac:spMkLst>
        </pc:spChg>
      </pc:sldChg>
      <pc:sldChg chg="addSp delSp modSp new modNotes">
        <pc:chgData name="Yueming Li (Biomedical Sciences)" userId="S::y.li.43@bham.ac.uk::12f3b62c-acd5-4357-a314-0b860ca8b8d2" providerId="AD" clId="Web-{144D8820-62ED-2496-90C5-0D891DF322B6}" dt="2026-10-13T03:13:42.681" v="199" actId="1076"/>
        <pc:sldMkLst>
          <pc:docMk/>
          <pc:sldMk cId="3678012539" sldId="1399"/>
        </pc:sldMkLst>
        <pc:spChg chg="mod">
          <ac:chgData name="Yueming Li (Biomedical Sciences)" userId="S::y.li.43@bham.ac.uk::12f3b62c-acd5-4357-a314-0b860ca8b8d2" providerId="AD" clId="Web-{144D8820-62ED-2496-90C5-0D891DF322B6}" dt="2026-10-13T02:42:51.060" v="120" actId="20577"/>
          <ac:spMkLst>
            <pc:docMk/>
            <pc:sldMk cId="3678012539" sldId="1399"/>
            <ac:spMk id="2" creationId="{6654AF00-3D62-A413-6676-48CBBA7201BE}"/>
          </ac:spMkLst>
        </pc:spChg>
        <pc:spChg chg="del">
          <ac:chgData name="Yueming Li (Biomedical Sciences)" userId="S::y.li.43@bham.ac.uk::12f3b62c-acd5-4357-a314-0b860ca8b8d2" providerId="AD" clId="Web-{144D8820-62ED-2496-90C5-0D891DF322B6}" dt="2026-10-13T03:13:16.304" v="196"/>
          <ac:spMkLst>
            <pc:docMk/>
            <pc:sldMk cId="3678012539" sldId="1399"/>
            <ac:spMk id="3" creationId="{0C493F63-9258-F2B8-2E48-FF07C3DFFCE6}"/>
          </ac:spMkLst>
        </pc:spChg>
        <pc:spChg chg="add del mod">
          <ac:chgData name="Yueming Li (Biomedical Sciences)" userId="S::y.li.43@bham.ac.uk::12f3b62c-acd5-4357-a314-0b860ca8b8d2" providerId="AD" clId="Web-{144D8820-62ED-2496-90C5-0D891DF322B6}" dt="2026-10-13T03:13:14.647" v="195"/>
          <ac:spMkLst>
            <pc:docMk/>
            <pc:sldMk cId="3678012539" sldId="1399"/>
            <ac:spMk id="5" creationId="{76120814-1CF4-AD9D-1BFC-BEBB243F7001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2:44:01.659" v="137" actId="20577"/>
          <ac:spMkLst>
            <pc:docMk/>
            <pc:sldMk cId="3678012539" sldId="1399"/>
            <ac:spMk id="6" creationId="{4C2B43FF-EDF2-AC71-D400-2BD2F81B90F2}"/>
          </ac:spMkLst>
        </pc:spChg>
        <pc:picChg chg="add del mod">
          <ac:chgData name="Yueming Li (Biomedical Sciences)" userId="S::y.li.43@bham.ac.uk::12f3b62c-acd5-4357-a314-0b860ca8b8d2" providerId="AD" clId="Web-{144D8820-62ED-2496-90C5-0D891DF322B6}" dt="2026-10-13T03:13:06.506" v="193"/>
          <ac:picMkLst>
            <pc:docMk/>
            <pc:sldMk cId="3678012539" sldId="1399"/>
            <ac:picMk id="4" creationId="{7CF89A50-C139-6765-6EC7-4A1341E4CB37}"/>
          </ac:picMkLst>
        </pc:picChg>
        <pc:picChg chg="add mod">
          <ac:chgData name="Yueming Li (Biomedical Sciences)" userId="S::y.li.43@bham.ac.uk::12f3b62c-acd5-4357-a314-0b860ca8b8d2" providerId="AD" clId="Web-{144D8820-62ED-2496-90C5-0D891DF322B6}" dt="2026-10-13T03:13:42.681" v="199" actId="1076"/>
          <ac:picMkLst>
            <pc:docMk/>
            <pc:sldMk cId="3678012539" sldId="1399"/>
            <ac:picMk id="7" creationId="{31CDC11E-6E59-E3B4-C4EA-54A6E038EB24}"/>
          </ac:picMkLst>
        </pc:picChg>
      </pc:sldChg>
      <pc:sldChg chg="addSp delSp modSp new modNotes">
        <pc:chgData name="Yueming Li (Biomedical Sciences)" userId="S::y.li.43@bham.ac.uk::12f3b62c-acd5-4357-a314-0b860ca8b8d2" providerId="AD" clId="Web-{144D8820-62ED-2496-90C5-0D891DF322B6}" dt="2026-10-13T06:33:44.800" v="255"/>
        <pc:sldMkLst>
          <pc:docMk/>
          <pc:sldMk cId="2751014418" sldId="1400"/>
        </pc:sldMkLst>
        <pc:spChg chg="mod">
          <ac:chgData name="Yueming Li (Biomedical Sciences)" userId="S::y.li.43@bham.ac.uk::12f3b62c-acd5-4357-a314-0b860ca8b8d2" providerId="AD" clId="Web-{144D8820-62ED-2496-90C5-0D891DF322B6}" dt="2026-10-13T02:45:13.383" v="141" actId="20577"/>
          <ac:spMkLst>
            <pc:docMk/>
            <pc:sldMk cId="2751014418" sldId="1400"/>
            <ac:spMk id="2" creationId="{6BD69D9F-C634-3B8B-2DE7-3D07B5C06BB5}"/>
          </ac:spMkLst>
        </pc:spChg>
        <pc:spChg chg="add del mod">
          <ac:chgData name="Yueming Li (Biomedical Sciences)" userId="S::y.li.43@bham.ac.uk::12f3b62c-acd5-4357-a314-0b860ca8b8d2" providerId="AD" clId="Web-{144D8820-62ED-2496-90C5-0D891DF322B6}" dt="2026-10-13T03:14:34.294" v="201"/>
          <ac:spMkLst>
            <pc:docMk/>
            <pc:sldMk cId="2751014418" sldId="1400"/>
            <ac:spMk id="5" creationId="{8D89DE0D-FB4F-895D-6E70-04EB4FB0F684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6:33:29.782" v="254" actId="1076"/>
          <ac:spMkLst>
            <pc:docMk/>
            <pc:sldMk cId="2751014418" sldId="1400"/>
            <ac:spMk id="6" creationId="{1C26D72D-D0A5-3E47-AEC0-78635D52AB32}"/>
          </ac:spMkLst>
        </pc:spChg>
        <pc:picChg chg="add mod">
          <ac:chgData name="Yueming Li (Biomedical Sciences)" userId="S::y.li.43@bham.ac.uk::12f3b62c-acd5-4357-a314-0b860ca8b8d2" providerId="AD" clId="Web-{144D8820-62ED-2496-90C5-0D891DF322B6}" dt="2026-10-13T06:33:44.800" v="255"/>
          <ac:picMkLst>
            <pc:docMk/>
            <pc:sldMk cId="2751014418" sldId="1400"/>
            <ac:picMk id="4" creationId="{4C6C7A68-B7E9-5654-D86C-9D8DB5EA7555}"/>
          </ac:picMkLst>
        </pc:picChg>
        <pc:picChg chg="add del mod">
          <ac:chgData name="Yueming Li (Biomedical Sciences)" userId="S::y.li.43@bham.ac.uk::12f3b62c-acd5-4357-a314-0b860ca8b8d2" providerId="AD" clId="Web-{144D8820-62ED-2496-90C5-0D891DF322B6}" dt="2026-10-13T03:14:31.278" v="200"/>
          <ac:picMkLst>
            <pc:docMk/>
            <pc:sldMk cId="2751014418" sldId="1400"/>
            <ac:picMk id="4" creationId="{F39F0AA4-6928-9EF3-5E98-393209DAE790}"/>
          </ac:picMkLst>
        </pc:picChg>
      </pc:sldChg>
      <pc:sldChg chg="del">
        <pc:chgData name="Yueming Li (Biomedical Sciences)" userId="S::y.li.43@bham.ac.uk::12f3b62c-acd5-4357-a314-0b860ca8b8d2" providerId="AD" clId="Web-{144D8820-62ED-2496-90C5-0D891DF322B6}" dt="2026-10-13T01:55:12.144" v="5"/>
        <pc:sldMkLst>
          <pc:docMk/>
          <pc:sldMk cId="3350299255" sldId="1400"/>
        </pc:sldMkLst>
      </pc:sldChg>
      <pc:sldChg chg="del">
        <pc:chgData name="Yueming Li (Biomedical Sciences)" userId="S::y.li.43@bham.ac.uk::12f3b62c-acd5-4357-a314-0b860ca8b8d2" providerId="AD" clId="Web-{144D8820-62ED-2496-90C5-0D891DF322B6}" dt="2026-10-13T01:55:13.753" v="6"/>
        <pc:sldMkLst>
          <pc:docMk/>
          <pc:sldMk cId="474048415" sldId="1401"/>
        </pc:sldMkLst>
      </pc:sldChg>
      <pc:sldChg chg="addSp delSp modSp new modNotes">
        <pc:chgData name="Yueming Li (Biomedical Sciences)" userId="S::y.li.43@bham.ac.uk::12f3b62c-acd5-4357-a314-0b860ca8b8d2" providerId="AD" clId="Web-{144D8820-62ED-2496-90C5-0D891DF322B6}" dt="2026-10-13T06:55:22.405" v="262"/>
        <pc:sldMkLst>
          <pc:docMk/>
          <pc:sldMk cId="3754453427" sldId="1401"/>
        </pc:sldMkLst>
        <pc:spChg chg="mod">
          <ac:chgData name="Yueming Li (Biomedical Sciences)" userId="S::y.li.43@bham.ac.uk::12f3b62c-acd5-4357-a314-0b860ca8b8d2" providerId="AD" clId="Web-{144D8820-62ED-2496-90C5-0D891DF322B6}" dt="2026-10-13T02:46:34.375" v="147" actId="20577"/>
          <ac:spMkLst>
            <pc:docMk/>
            <pc:sldMk cId="3754453427" sldId="1401"/>
            <ac:spMk id="2" creationId="{5CBBA482-CB3E-6D52-8790-ED899C13F2D0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6:44:58.162" v="260" actId="1076"/>
          <ac:spMkLst>
            <pc:docMk/>
            <pc:sldMk cId="3754453427" sldId="1401"/>
            <ac:spMk id="3" creationId="{16DC48DC-F107-5AEF-F01E-6B48376A00DD}"/>
          </ac:spMkLst>
        </pc:spChg>
        <pc:spChg chg="del">
          <ac:chgData name="Yueming Li (Biomedical Sciences)" userId="S::y.li.43@bham.ac.uk::12f3b62c-acd5-4357-a314-0b860ca8b8d2" providerId="AD" clId="Web-{144D8820-62ED-2496-90C5-0D891DF322B6}" dt="2026-10-13T02:29:52.639" v="70"/>
          <ac:spMkLst>
            <pc:docMk/>
            <pc:sldMk cId="3754453427" sldId="1401"/>
            <ac:spMk id="3" creationId="{B3E2407D-C242-85E2-3980-8112658F9479}"/>
          </ac:spMkLst>
        </pc:spChg>
        <pc:spChg chg="add del mod">
          <ac:chgData name="Yueming Li (Biomedical Sciences)" userId="S::y.li.43@bham.ac.uk::12f3b62c-acd5-4357-a314-0b860ca8b8d2" providerId="AD" clId="Web-{144D8820-62ED-2496-90C5-0D891DF322B6}" dt="2026-10-13T03:15:15.501" v="203"/>
          <ac:spMkLst>
            <pc:docMk/>
            <pc:sldMk cId="3754453427" sldId="1401"/>
            <ac:spMk id="5" creationId="{7F5E4718-BEF2-6477-D497-299FF5FD3EB9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2:47:20.879" v="152" actId="20577"/>
          <ac:spMkLst>
            <pc:docMk/>
            <pc:sldMk cId="3754453427" sldId="1401"/>
            <ac:spMk id="6" creationId="{924F8913-5D95-B12C-E39D-300273C99B9D}"/>
          </ac:spMkLst>
        </pc:spChg>
        <pc:picChg chg="add del mod">
          <ac:chgData name="Yueming Li (Biomedical Sciences)" userId="S::y.li.43@bham.ac.uk::12f3b62c-acd5-4357-a314-0b860ca8b8d2" providerId="AD" clId="Web-{144D8820-62ED-2496-90C5-0D891DF322B6}" dt="2026-10-13T03:15:11.922" v="202"/>
          <ac:picMkLst>
            <pc:docMk/>
            <pc:sldMk cId="3754453427" sldId="1401"/>
            <ac:picMk id="4" creationId="{137623F7-FD2F-03DC-C628-63EFCD03633A}"/>
          </ac:picMkLst>
        </pc:picChg>
        <pc:picChg chg="add mod">
          <ac:chgData name="Yueming Li (Biomedical Sciences)" userId="S::y.li.43@bham.ac.uk::12f3b62c-acd5-4357-a314-0b860ca8b8d2" providerId="AD" clId="Web-{144D8820-62ED-2496-90C5-0D891DF322B6}" dt="2026-10-13T03:15:43.737" v="207" actId="1076"/>
          <ac:picMkLst>
            <pc:docMk/>
            <pc:sldMk cId="3754453427" sldId="1401"/>
            <ac:picMk id="7" creationId="{8F4D079C-0D6D-8BDD-B92D-E5F437478472}"/>
          </ac:picMkLst>
        </pc:picChg>
      </pc:sldChg>
      <pc:sldChg chg="addSp delSp modSp new modNotes">
        <pc:chgData name="Yueming Li (Biomedical Sciences)" userId="S::y.li.43@bham.ac.uk::12f3b62c-acd5-4357-a314-0b860ca8b8d2" providerId="AD" clId="Web-{144D8820-62ED-2496-90C5-0D891DF322B6}" dt="2026-10-13T03:16:18.740" v="208" actId="1076"/>
        <pc:sldMkLst>
          <pc:docMk/>
          <pc:sldMk cId="2299172537" sldId="1402"/>
        </pc:sldMkLst>
        <pc:spChg chg="mod">
          <ac:chgData name="Yueming Li (Biomedical Sciences)" userId="S::y.li.43@bham.ac.uk::12f3b62c-acd5-4357-a314-0b860ca8b8d2" providerId="AD" clId="Web-{144D8820-62ED-2496-90C5-0D891DF322B6}" dt="2026-10-13T02:50:49.006" v="153" actId="20577"/>
          <ac:spMkLst>
            <pc:docMk/>
            <pc:sldMk cId="2299172537" sldId="1402"/>
            <ac:spMk id="2" creationId="{61CF001D-35C5-457F-1BE1-6EE07C6CD984}"/>
          </ac:spMkLst>
        </pc:spChg>
        <pc:spChg chg="del">
          <ac:chgData name="Yueming Li (Biomedical Sciences)" userId="S::y.li.43@bham.ac.uk::12f3b62c-acd5-4357-a314-0b860ca8b8d2" providerId="AD" clId="Web-{144D8820-62ED-2496-90C5-0D891DF322B6}" dt="2026-10-13T02:50:53.069" v="154"/>
          <ac:spMkLst>
            <pc:docMk/>
            <pc:sldMk cId="2299172537" sldId="1402"/>
            <ac:spMk id="3" creationId="{5302C877-8814-24CD-1BF3-C3F25CAC0963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2:35:52.267" v="84" actId="1076"/>
          <ac:spMkLst>
            <pc:docMk/>
            <pc:sldMk cId="2299172537" sldId="1402"/>
            <ac:spMk id="5" creationId="{47558348-51D6-0F91-AAAD-F222C6E5AF67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2:51:17.883" v="157" actId="1076"/>
          <ac:spMkLst>
            <pc:docMk/>
            <pc:sldMk cId="2299172537" sldId="1402"/>
            <ac:spMk id="6" creationId="{A026AA68-3573-E6CE-8F68-D00D317DD5A6}"/>
          </ac:spMkLst>
        </pc:spChg>
        <pc:picChg chg="add mod">
          <ac:chgData name="Yueming Li (Biomedical Sciences)" userId="S::y.li.43@bham.ac.uk::12f3b62c-acd5-4357-a314-0b860ca8b8d2" providerId="AD" clId="Web-{144D8820-62ED-2496-90C5-0D891DF322B6}" dt="2026-10-13T03:16:18.740" v="208" actId="1076"/>
          <ac:picMkLst>
            <pc:docMk/>
            <pc:sldMk cId="2299172537" sldId="1402"/>
            <ac:picMk id="4" creationId="{9F3C5D47-665D-3C2F-0A80-66556CCE4F8C}"/>
          </ac:picMkLst>
        </pc:picChg>
      </pc:sldChg>
      <pc:sldChg chg="del">
        <pc:chgData name="Yueming Li (Biomedical Sciences)" userId="S::y.li.43@bham.ac.uk::12f3b62c-acd5-4357-a314-0b860ca8b8d2" providerId="AD" clId="Web-{144D8820-62ED-2496-90C5-0D891DF322B6}" dt="2026-10-13T01:55:13.769" v="7"/>
        <pc:sldMkLst>
          <pc:docMk/>
          <pc:sldMk cId="3516155181" sldId="1402"/>
        </pc:sldMkLst>
      </pc:sldChg>
      <pc:sldChg chg="addSp modSp new modNotes">
        <pc:chgData name="Yueming Li (Biomedical Sciences)" userId="S::y.li.43@bham.ac.uk::12f3b62c-acd5-4357-a314-0b860ca8b8d2" providerId="AD" clId="Web-{144D8820-62ED-2496-90C5-0D891DF322B6}" dt="2026-10-13T02:52:43.171" v="165"/>
        <pc:sldMkLst>
          <pc:docMk/>
          <pc:sldMk cId="874082899" sldId="1403"/>
        </pc:sldMkLst>
        <pc:spChg chg="mod">
          <ac:chgData name="Yueming Li (Biomedical Sciences)" userId="S::y.li.43@bham.ac.uk::12f3b62c-acd5-4357-a314-0b860ca8b8d2" providerId="AD" clId="Web-{144D8820-62ED-2496-90C5-0D891DF322B6}" dt="2026-10-13T02:51:52.730" v="160" actId="20577"/>
          <ac:spMkLst>
            <pc:docMk/>
            <pc:sldMk cId="874082899" sldId="1403"/>
            <ac:spMk id="2" creationId="{9D426DF3-249A-FB3D-C951-EC0FC9E13E72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2:37:59.105" v="103" actId="1076"/>
          <ac:spMkLst>
            <pc:docMk/>
            <pc:sldMk cId="874082899" sldId="1403"/>
            <ac:spMk id="5" creationId="{C08E3F86-1FCA-4F3C-BC41-F526AFE81881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2:52:15.732" v="163" actId="1076"/>
          <ac:spMkLst>
            <pc:docMk/>
            <pc:sldMk cId="874082899" sldId="1403"/>
            <ac:spMk id="6" creationId="{21ACCC40-D8DF-D43B-98B4-7AE411217FE8}"/>
          </ac:spMkLst>
        </pc:spChg>
        <pc:picChg chg="add mod">
          <ac:chgData name="Yueming Li (Biomedical Sciences)" userId="S::y.li.43@bham.ac.uk::12f3b62c-acd5-4357-a314-0b860ca8b8d2" providerId="AD" clId="Web-{144D8820-62ED-2496-90C5-0D891DF322B6}" dt="2026-10-13T02:36:40.021" v="88" actId="1076"/>
          <ac:picMkLst>
            <pc:docMk/>
            <pc:sldMk cId="874082899" sldId="1403"/>
            <ac:picMk id="4" creationId="{1ACE5D5E-600A-DB5A-1812-6203E890D121}"/>
          </ac:picMkLst>
        </pc:picChg>
      </pc:sldChg>
      <pc:sldChg chg="del">
        <pc:chgData name="Yueming Li (Biomedical Sciences)" userId="S::y.li.43@bham.ac.uk::12f3b62c-acd5-4357-a314-0b860ca8b8d2" providerId="AD" clId="Web-{144D8820-62ED-2496-90C5-0D891DF322B6}" dt="2026-10-13T01:55:14.332" v="8"/>
        <pc:sldMkLst>
          <pc:docMk/>
          <pc:sldMk cId="911902174" sldId="1403"/>
        </pc:sldMkLst>
      </pc:sldChg>
      <pc:sldChg chg="del">
        <pc:chgData name="Yueming Li (Biomedical Sciences)" userId="S::y.li.43@bham.ac.uk::12f3b62c-acd5-4357-a314-0b860ca8b8d2" providerId="AD" clId="Web-{144D8820-62ED-2496-90C5-0D891DF322B6}" dt="2026-10-13T01:55:15.097" v="9"/>
        <pc:sldMkLst>
          <pc:docMk/>
          <pc:sldMk cId="1486985795" sldId="1404"/>
        </pc:sldMkLst>
      </pc:sldChg>
      <pc:sldChg chg="addSp delSp modSp new modNotes">
        <pc:chgData name="Yueming Li (Biomedical Sciences)" userId="S::y.li.43@bham.ac.uk::12f3b62c-acd5-4357-a314-0b860ca8b8d2" providerId="AD" clId="Web-{144D8820-62ED-2496-90C5-0D891DF322B6}" dt="2026-10-13T03:18:34.845" v="212" actId="14100"/>
        <pc:sldMkLst>
          <pc:docMk/>
          <pc:sldMk cId="2122840717" sldId="1404"/>
        </pc:sldMkLst>
        <pc:spChg chg="mod">
          <ac:chgData name="Yueming Li (Biomedical Sciences)" userId="S::y.li.43@bham.ac.uk::12f3b62c-acd5-4357-a314-0b860ca8b8d2" providerId="AD" clId="Web-{144D8820-62ED-2496-90C5-0D891DF322B6}" dt="2026-10-13T02:52:47.672" v="166" actId="20577"/>
          <ac:spMkLst>
            <pc:docMk/>
            <pc:sldMk cId="2122840717" sldId="1404"/>
            <ac:spMk id="2" creationId="{3232E585-132A-2DF1-F79C-51D6315AD7D1}"/>
          </ac:spMkLst>
        </pc:spChg>
        <pc:spChg chg="del">
          <ac:chgData name="Yueming Li (Biomedical Sciences)" userId="S::y.li.43@bham.ac.uk::12f3b62c-acd5-4357-a314-0b860ca8b8d2" providerId="AD" clId="Web-{144D8820-62ED-2496-90C5-0D891DF322B6}" dt="2026-10-13T03:18:30.672" v="211"/>
          <ac:spMkLst>
            <pc:docMk/>
            <pc:sldMk cId="2122840717" sldId="1404"/>
            <ac:spMk id="3" creationId="{372EB7C2-EC19-63D0-1D6E-2C66F0C51A9D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2:53:19.377" v="169" actId="1076"/>
          <ac:spMkLst>
            <pc:docMk/>
            <pc:sldMk cId="2122840717" sldId="1404"/>
            <ac:spMk id="5" creationId="{7E25F419-A7DA-8460-ED6E-38A010DB304A}"/>
          </ac:spMkLst>
        </pc:spChg>
        <pc:picChg chg="add del mod">
          <ac:chgData name="Yueming Li (Biomedical Sciences)" userId="S::y.li.43@bham.ac.uk::12f3b62c-acd5-4357-a314-0b860ca8b8d2" providerId="AD" clId="Web-{144D8820-62ED-2496-90C5-0D891DF322B6}" dt="2026-10-13T03:18:23.234" v="209"/>
          <ac:picMkLst>
            <pc:docMk/>
            <pc:sldMk cId="2122840717" sldId="1404"/>
            <ac:picMk id="4" creationId="{E7A64231-A2AE-E8F4-99EC-2004F99CC989}"/>
          </ac:picMkLst>
        </pc:picChg>
        <pc:picChg chg="add mod">
          <ac:chgData name="Yueming Li (Biomedical Sciences)" userId="S::y.li.43@bham.ac.uk::12f3b62c-acd5-4357-a314-0b860ca8b8d2" providerId="AD" clId="Web-{144D8820-62ED-2496-90C5-0D891DF322B6}" dt="2026-10-13T03:18:34.845" v="212" actId="14100"/>
          <ac:picMkLst>
            <pc:docMk/>
            <pc:sldMk cId="2122840717" sldId="1404"/>
            <ac:picMk id="6" creationId="{37A010D0-C58A-5601-101D-DC803DCFA33B}"/>
          </ac:picMkLst>
        </pc:picChg>
      </pc:sldChg>
      <pc:sldChg chg="addSp delSp modSp new modNotes">
        <pc:chgData name="Yueming Li (Biomedical Sciences)" userId="S::y.li.43@bham.ac.uk::12f3b62c-acd5-4357-a314-0b860ca8b8d2" providerId="AD" clId="Web-{144D8820-62ED-2496-90C5-0D891DF322B6}" dt="2026-10-13T03:18:57.471" v="214" actId="1076"/>
        <pc:sldMkLst>
          <pc:docMk/>
          <pc:sldMk cId="1868182018" sldId="1405"/>
        </pc:sldMkLst>
        <pc:spChg chg="mod">
          <ac:chgData name="Yueming Li (Biomedical Sciences)" userId="S::y.li.43@bham.ac.uk::12f3b62c-acd5-4357-a314-0b860ca8b8d2" providerId="AD" clId="Web-{144D8820-62ED-2496-90C5-0D891DF322B6}" dt="2026-10-13T02:53:51.380" v="172" actId="20577"/>
          <ac:spMkLst>
            <pc:docMk/>
            <pc:sldMk cId="1868182018" sldId="1405"/>
            <ac:spMk id="2" creationId="{F33526B8-7BC9-7023-1B6E-E94A06863058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3:18:57.471" v="214" actId="1076"/>
          <ac:spMkLst>
            <pc:docMk/>
            <pc:sldMk cId="1868182018" sldId="1405"/>
            <ac:spMk id="5" creationId="{3D5D3623-127D-2CC0-55F5-D6483D25452A}"/>
          </ac:spMkLst>
        </pc:spChg>
        <pc:picChg chg="add del mod">
          <ac:chgData name="Yueming Li (Biomedical Sciences)" userId="S::y.li.43@bham.ac.uk::12f3b62c-acd5-4357-a314-0b860ca8b8d2" providerId="AD" clId="Web-{144D8820-62ED-2496-90C5-0D891DF322B6}" dt="2026-10-13T03:18:54.971" v="213"/>
          <ac:picMkLst>
            <pc:docMk/>
            <pc:sldMk cId="1868182018" sldId="1405"/>
            <ac:picMk id="4" creationId="{1ABB07DD-F490-1EBE-0575-7DBE8961328D}"/>
          </ac:picMkLst>
        </pc:picChg>
      </pc:sldChg>
      <pc:sldChg chg="del">
        <pc:chgData name="Yueming Li (Biomedical Sciences)" userId="S::y.li.43@bham.ac.uk::12f3b62c-acd5-4357-a314-0b860ca8b8d2" providerId="AD" clId="Web-{144D8820-62ED-2496-90C5-0D891DF322B6}" dt="2026-10-13T01:55:15.347" v="10"/>
        <pc:sldMkLst>
          <pc:docMk/>
          <pc:sldMk cId="2397998358" sldId="1405"/>
        </pc:sldMkLst>
      </pc:sldChg>
      <pc:sldChg chg="del">
        <pc:chgData name="Yueming Li (Biomedical Sciences)" userId="S::y.li.43@bham.ac.uk::12f3b62c-acd5-4357-a314-0b860ca8b8d2" providerId="AD" clId="Web-{144D8820-62ED-2496-90C5-0D891DF322B6}" dt="2026-10-13T01:55:16.285" v="11"/>
        <pc:sldMkLst>
          <pc:docMk/>
          <pc:sldMk cId="1157116827" sldId="1406"/>
        </pc:sldMkLst>
      </pc:sldChg>
      <pc:sldChg chg="addSp delSp modSp new modNotes">
        <pc:chgData name="Yueming Li (Biomedical Sciences)" userId="S::y.li.43@bham.ac.uk::12f3b62c-acd5-4357-a314-0b860ca8b8d2" providerId="AD" clId="Web-{144D8820-62ED-2496-90C5-0D891DF322B6}" dt="2026-10-13T03:20:26.541" v="221" actId="1076"/>
        <pc:sldMkLst>
          <pc:docMk/>
          <pc:sldMk cId="1546589964" sldId="1406"/>
        </pc:sldMkLst>
        <pc:spChg chg="mod">
          <ac:chgData name="Yueming Li (Biomedical Sciences)" userId="S::y.li.43@bham.ac.uk::12f3b62c-acd5-4357-a314-0b860ca8b8d2" providerId="AD" clId="Web-{144D8820-62ED-2496-90C5-0D891DF322B6}" dt="2026-10-13T02:54:31.368" v="177" actId="20577"/>
          <ac:spMkLst>
            <pc:docMk/>
            <pc:sldMk cId="1546589964" sldId="1406"/>
            <ac:spMk id="2" creationId="{D62061B6-5F3C-A465-87E0-FDA0D9DAC311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3:19:57.664" v="217" actId="1076"/>
          <ac:spMkLst>
            <pc:docMk/>
            <pc:sldMk cId="1546589964" sldId="1406"/>
            <ac:spMk id="5" creationId="{BC9E1EF1-0B81-2D29-FF58-8B230C86C8B3}"/>
          </ac:spMkLst>
        </pc:spChg>
        <pc:picChg chg="add del mod">
          <ac:chgData name="Yueming Li (Biomedical Sciences)" userId="S::y.li.43@bham.ac.uk::12f3b62c-acd5-4357-a314-0b860ca8b8d2" providerId="AD" clId="Web-{144D8820-62ED-2496-90C5-0D891DF322B6}" dt="2026-10-13T03:20:13.009" v="218"/>
          <ac:picMkLst>
            <pc:docMk/>
            <pc:sldMk cId="1546589964" sldId="1406"/>
            <ac:picMk id="4" creationId="{6435159D-139B-014B-7959-B5D0BF8BCFAF}"/>
          </ac:picMkLst>
        </pc:picChg>
        <pc:picChg chg="add mod">
          <ac:chgData name="Yueming Li (Biomedical Sciences)" userId="S::y.li.43@bham.ac.uk::12f3b62c-acd5-4357-a314-0b860ca8b8d2" providerId="AD" clId="Web-{144D8820-62ED-2496-90C5-0D891DF322B6}" dt="2026-10-13T03:20:26.541" v="221" actId="1076"/>
          <ac:picMkLst>
            <pc:docMk/>
            <pc:sldMk cId="1546589964" sldId="1406"/>
            <ac:picMk id="6" creationId="{AF0CEAAC-71BE-E19A-9614-17D26DC7B3C8}"/>
          </ac:picMkLst>
        </pc:picChg>
      </pc:sldChg>
      <pc:sldChg chg="addSp delSp modSp new modNotes">
        <pc:chgData name="Yueming Li (Biomedical Sciences)" userId="S::y.li.43@bham.ac.uk::12f3b62c-acd5-4357-a314-0b860ca8b8d2" providerId="AD" clId="Web-{144D8820-62ED-2496-90C5-0D891DF322B6}" dt="2026-10-13T03:21:20.474" v="228" actId="20577"/>
        <pc:sldMkLst>
          <pc:docMk/>
          <pc:sldMk cId="4138832721" sldId="1407"/>
        </pc:sldMkLst>
        <pc:spChg chg="mod">
          <ac:chgData name="Yueming Li (Biomedical Sciences)" userId="S::y.li.43@bham.ac.uk::12f3b62c-acd5-4357-a314-0b860ca8b8d2" providerId="AD" clId="Web-{144D8820-62ED-2496-90C5-0D891DF322B6}" dt="2026-10-13T02:55:08.777" v="181" actId="20577"/>
          <ac:spMkLst>
            <pc:docMk/>
            <pc:sldMk cId="4138832721" sldId="1407"/>
            <ac:spMk id="2" creationId="{6E85D47E-E3F1-3423-D104-E639C53B0E08}"/>
          </ac:spMkLst>
        </pc:spChg>
        <pc:spChg chg="add mod">
          <ac:chgData name="Yueming Li (Biomedical Sciences)" userId="S::y.li.43@bham.ac.uk::12f3b62c-acd5-4357-a314-0b860ca8b8d2" providerId="AD" clId="Web-{144D8820-62ED-2496-90C5-0D891DF322B6}" dt="2026-10-13T03:21:20.474" v="228" actId="20577"/>
          <ac:spMkLst>
            <pc:docMk/>
            <pc:sldMk cId="4138832721" sldId="1407"/>
            <ac:spMk id="5" creationId="{2DABF3E1-AD07-6FBF-86CC-708CEB262C71}"/>
          </ac:spMkLst>
        </pc:spChg>
        <pc:picChg chg="add del mod">
          <ac:chgData name="Yueming Li (Biomedical Sciences)" userId="S::y.li.43@bham.ac.uk::12f3b62c-acd5-4357-a314-0b860ca8b8d2" providerId="AD" clId="Web-{144D8820-62ED-2496-90C5-0D891DF322B6}" dt="2026-10-13T03:20:39.214" v="222"/>
          <ac:picMkLst>
            <pc:docMk/>
            <pc:sldMk cId="4138832721" sldId="1407"/>
            <ac:picMk id="4" creationId="{E1001A9C-EE08-9C66-6DAD-766DBF6FF063}"/>
          </ac:picMkLst>
        </pc:picChg>
        <pc:picChg chg="add mod">
          <ac:chgData name="Yueming Li (Biomedical Sciences)" userId="S::y.li.43@bham.ac.uk::12f3b62c-acd5-4357-a314-0b860ca8b8d2" providerId="AD" clId="Web-{144D8820-62ED-2496-90C5-0D891DF322B6}" dt="2026-10-13T03:21:15.990" v="225" actId="1076"/>
          <ac:picMkLst>
            <pc:docMk/>
            <pc:sldMk cId="4138832721" sldId="1407"/>
            <ac:picMk id="6" creationId="{5C9315E5-E882-5E1C-630A-011399F2ECA1}"/>
          </ac:picMkLst>
        </pc:picChg>
      </pc:sldChg>
    </pc:docChg>
  </pc:docChgLst>
  <pc:docChgLst>
    <pc:chgData name="Yueming Li (Biomedical Sciences)" userId="12f3b62c-acd5-4357-a314-0b860ca8b8d2" providerId="ADAL" clId="{467CACB8-0454-479D-BFA5-7C2F9675B1E3}"/>
    <pc:docChg chg="undo redo custSel addSld delSld modSld sldOrd">
      <pc:chgData name="Yueming Li (Biomedical Sciences)" userId="12f3b62c-acd5-4357-a314-0b860ca8b8d2" providerId="ADAL" clId="{467CACB8-0454-479D-BFA5-7C2F9675B1E3}" dt="2026-10-13T08:46:04.703" v="1001" actId="20577"/>
      <pc:docMkLst>
        <pc:docMk/>
      </pc:docMkLst>
      <pc:sldChg chg="modSp mod">
        <pc:chgData name="Yueming Li (Biomedical Sciences)" userId="12f3b62c-acd5-4357-a314-0b860ca8b8d2" providerId="ADAL" clId="{467CACB8-0454-479D-BFA5-7C2F9675B1E3}" dt="2026-09-24T07:07:51.714" v="54" actId="20577"/>
        <pc:sldMkLst>
          <pc:docMk/>
          <pc:sldMk cId="4267262116" sldId="424"/>
        </pc:sldMkLst>
        <pc:spChg chg="mod">
          <ac:chgData name="Yueming Li (Biomedical Sciences)" userId="12f3b62c-acd5-4357-a314-0b860ca8b8d2" providerId="ADAL" clId="{467CACB8-0454-479D-BFA5-7C2F9675B1E3}" dt="2026-09-24T07:07:29.953" v="50" actId="20577"/>
          <ac:spMkLst>
            <pc:docMk/>
            <pc:sldMk cId="4267262116" sldId="424"/>
            <ac:spMk id="2" creationId="{C597A616-0A91-5A9A-E32F-15F441DB3784}"/>
          </ac:spMkLst>
        </pc:spChg>
        <pc:spChg chg="mod">
          <ac:chgData name="Yueming Li (Biomedical Sciences)" userId="12f3b62c-acd5-4357-a314-0b860ca8b8d2" providerId="ADAL" clId="{467CACB8-0454-479D-BFA5-7C2F9675B1E3}" dt="2026-09-24T07:07:51.714" v="54" actId="20577"/>
          <ac:spMkLst>
            <pc:docMk/>
            <pc:sldMk cId="4267262116" sldId="424"/>
            <ac:spMk id="3" creationId="{6314F977-DAAD-FF47-3FD5-579190CEB9B4}"/>
          </ac:spMkLst>
        </pc:spChg>
      </pc:sldChg>
      <pc:sldChg chg="del">
        <pc:chgData name="Yueming Li (Biomedical Sciences)" userId="12f3b62c-acd5-4357-a314-0b860ca8b8d2" providerId="ADAL" clId="{467CACB8-0454-479D-BFA5-7C2F9675B1E3}" dt="2026-10-13T05:46:01.602" v="55" actId="47"/>
        <pc:sldMkLst>
          <pc:docMk/>
          <pc:sldMk cId="1078632003" sldId="1396"/>
        </pc:sldMkLst>
      </pc:sldChg>
      <pc:sldChg chg="del ord">
        <pc:chgData name="Yueming Li (Biomedical Sciences)" userId="12f3b62c-acd5-4357-a314-0b860ca8b8d2" providerId="ADAL" clId="{467CACB8-0454-479D-BFA5-7C2F9675B1E3}" dt="2026-10-13T08:40:27.078" v="991" actId="47"/>
        <pc:sldMkLst>
          <pc:docMk/>
          <pc:sldMk cId="2095152888" sldId="1397"/>
        </pc:sldMkLst>
      </pc:sldChg>
      <pc:sldChg chg="addSp delSp modSp mod modNotesTx">
        <pc:chgData name="Yueming Li (Biomedical Sciences)" userId="12f3b62c-acd5-4357-a314-0b860ca8b8d2" providerId="ADAL" clId="{467CACB8-0454-479D-BFA5-7C2F9675B1E3}" dt="2026-10-13T08:45:32.305" v="992" actId="20577"/>
        <pc:sldMkLst>
          <pc:docMk/>
          <pc:sldMk cId="300421076" sldId="1398"/>
        </pc:sldMkLst>
        <pc:spChg chg="mod">
          <ac:chgData name="Yueming Li (Biomedical Sciences)" userId="12f3b62c-acd5-4357-a314-0b860ca8b8d2" providerId="ADAL" clId="{467CACB8-0454-479D-BFA5-7C2F9675B1E3}" dt="2026-10-13T06:16:44.056" v="187" actId="1037"/>
          <ac:spMkLst>
            <pc:docMk/>
            <pc:sldMk cId="300421076" sldId="1398"/>
            <ac:spMk id="4" creationId="{B6BD5E10-F2BC-FD34-436E-5265E74BE92D}"/>
          </ac:spMkLst>
        </pc:spChg>
        <pc:spChg chg="add del mod">
          <ac:chgData name="Yueming Li (Biomedical Sciences)" userId="12f3b62c-acd5-4357-a314-0b860ca8b8d2" providerId="ADAL" clId="{467CACB8-0454-479D-BFA5-7C2F9675B1E3}" dt="2026-10-13T06:15:30.869" v="160" actId="164"/>
          <ac:spMkLst>
            <pc:docMk/>
            <pc:sldMk cId="300421076" sldId="1398"/>
            <ac:spMk id="5" creationId="{45814068-233A-DCA1-B314-87DA8B5B29B5}"/>
          </ac:spMkLst>
        </pc:spChg>
        <pc:spChg chg="mod">
          <ac:chgData name="Yueming Li (Biomedical Sciences)" userId="12f3b62c-acd5-4357-a314-0b860ca8b8d2" providerId="ADAL" clId="{467CACB8-0454-479D-BFA5-7C2F9675B1E3}" dt="2026-10-13T06:03:02.540" v="141" actId="1076"/>
          <ac:spMkLst>
            <pc:docMk/>
            <pc:sldMk cId="300421076" sldId="1398"/>
            <ac:spMk id="8" creationId="{9C7B446B-B82F-4A5D-D0ED-B42809A86828}"/>
          </ac:spMkLst>
        </pc:spChg>
        <pc:spChg chg="add mod ord">
          <ac:chgData name="Yueming Li (Biomedical Sciences)" userId="12f3b62c-acd5-4357-a314-0b860ca8b8d2" providerId="ADAL" clId="{467CACB8-0454-479D-BFA5-7C2F9675B1E3}" dt="2026-10-13T06:15:30.869" v="160" actId="164"/>
          <ac:spMkLst>
            <pc:docMk/>
            <pc:sldMk cId="300421076" sldId="1398"/>
            <ac:spMk id="9" creationId="{7590A2F8-C194-EBFF-9D22-26B3B12B3153}"/>
          </ac:spMkLst>
        </pc:spChg>
        <pc:grpChg chg="add mod">
          <ac:chgData name="Yueming Li (Biomedical Sciences)" userId="12f3b62c-acd5-4357-a314-0b860ca8b8d2" providerId="ADAL" clId="{467CACB8-0454-479D-BFA5-7C2F9675B1E3}" dt="2026-10-13T06:15:35.126" v="161" actId="1076"/>
          <ac:grpSpMkLst>
            <pc:docMk/>
            <pc:sldMk cId="300421076" sldId="1398"/>
            <ac:grpSpMk id="10" creationId="{5BFF3595-C17D-33BF-5EC4-173936C28138}"/>
          </ac:grpSpMkLst>
        </pc:grpChg>
        <pc:picChg chg="mod modCrop">
          <ac:chgData name="Yueming Li (Biomedical Sciences)" userId="12f3b62c-acd5-4357-a314-0b860ca8b8d2" providerId="ADAL" clId="{467CACB8-0454-479D-BFA5-7C2F9675B1E3}" dt="2026-10-13T06:01:49.199" v="137" actId="1076"/>
          <ac:picMkLst>
            <pc:docMk/>
            <pc:sldMk cId="300421076" sldId="1398"/>
            <ac:picMk id="7" creationId="{D72E9899-1E77-37F0-3D01-9E8B51A151C0}"/>
          </ac:picMkLst>
        </pc:picChg>
      </pc:sldChg>
      <pc:sldChg chg="addSp modSp mod modNotesTx">
        <pc:chgData name="Yueming Li (Biomedical Sciences)" userId="12f3b62c-acd5-4357-a314-0b860ca8b8d2" providerId="ADAL" clId="{467CACB8-0454-479D-BFA5-7C2F9675B1E3}" dt="2026-10-13T08:45:35.933" v="993" actId="20577"/>
        <pc:sldMkLst>
          <pc:docMk/>
          <pc:sldMk cId="3678012539" sldId="1399"/>
        </pc:sldMkLst>
        <pc:spChg chg="add mod">
          <ac:chgData name="Yueming Li (Biomedical Sciences)" userId="12f3b62c-acd5-4357-a314-0b860ca8b8d2" providerId="ADAL" clId="{467CACB8-0454-479D-BFA5-7C2F9675B1E3}" dt="2026-10-13T06:21:58.758" v="249" actId="164"/>
          <ac:spMkLst>
            <pc:docMk/>
            <pc:sldMk cId="3678012539" sldId="1399"/>
            <ac:spMk id="4" creationId="{CB97BC5B-0603-7F2B-4BCF-E5AF75119CF2}"/>
          </ac:spMkLst>
        </pc:spChg>
        <pc:spChg chg="mod">
          <ac:chgData name="Yueming Li (Biomedical Sciences)" userId="12f3b62c-acd5-4357-a314-0b860ca8b8d2" providerId="ADAL" clId="{467CACB8-0454-479D-BFA5-7C2F9675B1E3}" dt="2026-10-13T06:19:21.566" v="215" actId="1076"/>
          <ac:spMkLst>
            <pc:docMk/>
            <pc:sldMk cId="3678012539" sldId="1399"/>
            <ac:spMk id="6" creationId="{4C2B43FF-EDF2-AC71-D400-2BD2F81B90F2}"/>
          </ac:spMkLst>
        </pc:spChg>
        <pc:spChg chg="add mod ord">
          <ac:chgData name="Yueming Li (Biomedical Sciences)" userId="12f3b62c-acd5-4357-a314-0b860ca8b8d2" providerId="ADAL" clId="{467CACB8-0454-479D-BFA5-7C2F9675B1E3}" dt="2026-10-13T06:22:18.692" v="260" actId="1037"/>
          <ac:spMkLst>
            <pc:docMk/>
            <pc:sldMk cId="3678012539" sldId="1399"/>
            <ac:spMk id="8" creationId="{73ADDCD2-5986-B73F-1058-E6F5C310D9C9}"/>
          </ac:spMkLst>
        </pc:spChg>
        <pc:grpChg chg="add mod">
          <ac:chgData name="Yueming Li (Biomedical Sciences)" userId="12f3b62c-acd5-4357-a314-0b860ca8b8d2" providerId="ADAL" clId="{467CACB8-0454-479D-BFA5-7C2F9675B1E3}" dt="2026-10-13T06:21:58.758" v="249" actId="164"/>
          <ac:grpSpMkLst>
            <pc:docMk/>
            <pc:sldMk cId="3678012539" sldId="1399"/>
            <ac:grpSpMk id="9" creationId="{E8C158D7-C8C8-2FE9-2BDF-E060476B6F60}"/>
          </ac:grpSpMkLst>
        </pc:grpChg>
        <pc:picChg chg="mod modCrop">
          <ac:chgData name="Yueming Li (Biomedical Sciences)" userId="12f3b62c-acd5-4357-a314-0b860ca8b8d2" providerId="ADAL" clId="{467CACB8-0454-479D-BFA5-7C2F9675B1E3}" dt="2026-10-13T06:19:10.127" v="213" actId="14100"/>
          <ac:picMkLst>
            <pc:docMk/>
            <pc:sldMk cId="3678012539" sldId="1399"/>
            <ac:picMk id="7" creationId="{31CDC11E-6E59-E3B4-C4EA-54A6E038EB24}"/>
          </ac:picMkLst>
        </pc:picChg>
      </pc:sldChg>
      <pc:sldChg chg="addSp delSp modSp mod modNotesTx">
        <pc:chgData name="Yueming Li (Biomedical Sciences)" userId="12f3b62c-acd5-4357-a314-0b860ca8b8d2" providerId="ADAL" clId="{467CACB8-0454-479D-BFA5-7C2F9675B1E3}" dt="2026-10-13T08:45:38.374" v="994" actId="20577"/>
        <pc:sldMkLst>
          <pc:docMk/>
          <pc:sldMk cId="2751014418" sldId="1400"/>
        </pc:sldMkLst>
        <pc:spChg chg="del">
          <ac:chgData name="Yueming Li (Biomedical Sciences)" userId="12f3b62c-acd5-4357-a314-0b860ca8b8d2" providerId="ADAL" clId="{467CACB8-0454-479D-BFA5-7C2F9675B1E3}" dt="2026-10-13T06:22:53.899" v="263" actId="478"/>
          <ac:spMkLst>
            <pc:docMk/>
            <pc:sldMk cId="2751014418" sldId="1400"/>
            <ac:spMk id="3" creationId="{51F2A894-4FF6-4838-7195-5020551C15EB}"/>
          </ac:spMkLst>
        </pc:spChg>
        <pc:spChg chg="add mod">
          <ac:chgData name="Yueming Li (Biomedical Sciences)" userId="12f3b62c-acd5-4357-a314-0b860ca8b8d2" providerId="ADAL" clId="{467CACB8-0454-479D-BFA5-7C2F9675B1E3}" dt="2026-10-13T06:39:09.471" v="348" actId="164"/>
          <ac:spMkLst>
            <pc:docMk/>
            <pc:sldMk cId="2751014418" sldId="1400"/>
            <ac:spMk id="5" creationId="{E64A17B0-26A3-C296-9EAF-E5A0EEB1165A}"/>
          </ac:spMkLst>
        </pc:spChg>
        <pc:spChg chg="mod">
          <ac:chgData name="Yueming Li (Biomedical Sciences)" userId="12f3b62c-acd5-4357-a314-0b860ca8b8d2" providerId="ADAL" clId="{467CACB8-0454-479D-BFA5-7C2F9675B1E3}" dt="2026-10-13T06:37:17.812" v="304" actId="1076"/>
          <ac:spMkLst>
            <pc:docMk/>
            <pc:sldMk cId="2751014418" sldId="1400"/>
            <ac:spMk id="6" creationId="{1C26D72D-D0A5-3E47-AEC0-78635D52AB32}"/>
          </ac:spMkLst>
        </pc:spChg>
        <pc:spChg chg="add mod">
          <ac:chgData name="Yueming Li (Biomedical Sciences)" userId="12f3b62c-acd5-4357-a314-0b860ca8b8d2" providerId="ADAL" clId="{467CACB8-0454-479D-BFA5-7C2F9675B1E3}" dt="2026-10-13T06:37:59.049" v="334" actId="1037"/>
          <ac:spMkLst>
            <pc:docMk/>
            <pc:sldMk cId="2751014418" sldId="1400"/>
            <ac:spMk id="8" creationId="{F34BA0B2-48F5-8589-3F19-A2E24C6F27F1}"/>
          </ac:spMkLst>
        </pc:spChg>
        <pc:spChg chg="add mod ord">
          <ac:chgData name="Yueming Li (Biomedical Sciences)" userId="12f3b62c-acd5-4357-a314-0b860ca8b8d2" providerId="ADAL" clId="{467CACB8-0454-479D-BFA5-7C2F9675B1E3}" dt="2026-10-13T06:39:09.471" v="348" actId="164"/>
          <ac:spMkLst>
            <pc:docMk/>
            <pc:sldMk cId="2751014418" sldId="1400"/>
            <ac:spMk id="12" creationId="{5A4BC89D-8EAE-1549-C0D0-67852F4E654B}"/>
          </ac:spMkLst>
        </pc:spChg>
        <pc:grpChg chg="add mod">
          <ac:chgData name="Yueming Li (Biomedical Sciences)" userId="12f3b62c-acd5-4357-a314-0b860ca8b8d2" providerId="ADAL" clId="{467CACB8-0454-479D-BFA5-7C2F9675B1E3}" dt="2026-10-13T06:39:16.119" v="349" actId="1076"/>
          <ac:grpSpMkLst>
            <pc:docMk/>
            <pc:sldMk cId="2751014418" sldId="1400"/>
            <ac:grpSpMk id="13" creationId="{810DA65C-C2D1-3D4E-1DAF-5844BECA1D71}"/>
          </ac:grpSpMkLst>
        </pc:grpChg>
        <pc:picChg chg="mod modCrop">
          <ac:chgData name="Yueming Li (Biomedical Sciences)" userId="12f3b62c-acd5-4357-a314-0b860ca8b8d2" providerId="ADAL" clId="{467CACB8-0454-479D-BFA5-7C2F9675B1E3}" dt="2026-10-13T06:37:19.960" v="305" actId="1076"/>
          <ac:picMkLst>
            <pc:docMk/>
            <pc:sldMk cId="2751014418" sldId="1400"/>
            <ac:picMk id="4" creationId="{4C6C7A68-B7E9-5654-D86C-9D8DB5EA7555}"/>
          </ac:picMkLst>
        </pc:picChg>
        <pc:picChg chg="add mod modCrop">
          <ac:chgData name="Yueming Li (Biomedical Sciences)" userId="12f3b62c-acd5-4357-a314-0b860ca8b8d2" providerId="ADAL" clId="{467CACB8-0454-479D-BFA5-7C2F9675B1E3}" dt="2026-10-13T06:37:34.951" v="308" actId="1076"/>
          <ac:picMkLst>
            <pc:docMk/>
            <pc:sldMk cId="2751014418" sldId="1400"/>
            <ac:picMk id="10" creationId="{8D1EE1DD-76C1-8993-6EBE-918A4CDDE6B3}"/>
          </ac:picMkLst>
        </pc:picChg>
      </pc:sldChg>
      <pc:sldChg chg="addSp modSp mod modNotesTx">
        <pc:chgData name="Yueming Li (Biomedical Sciences)" userId="12f3b62c-acd5-4357-a314-0b860ca8b8d2" providerId="ADAL" clId="{467CACB8-0454-479D-BFA5-7C2F9675B1E3}" dt="2026-10-13T08:45:42.533" v="995" actId="20577"/>
        <pc:sldMkLst>
          <pc:docMk/>
          <pc:sldMk cId="3754453427" sldId="1401"/>
        </pc:sldMkLst>
        <pc:spChg chg="mod">
          <ac:chgData name="Yueming Li (Biomedical Sciences)" userId="12f3b62c-acd5-4357-a314-0b860ca8b8d2" providerId="ADAL" clId="{467CACB8-0454-479D-BFA5-7C2F9675B1E3}" dt="2026-10-13T06:48:31.386" v="455" actId="164"/>
          <ac:spMkLst>
            <pc:docMk/>
            <pc:sldMk cId="3754453427" sldId="1401"/>
            <ac:spMk id="3" creationId="{16DC48DC-F107-5AEF-F01E-6B48376A00DD}"/>
          </ac:spMkLst>
        </pc:spChg>
        <pc:spChg chg="add mod ord">
          <ac:chgData name="Yueming Li (Biomedical Sciences)" userId="12f3b62c-acd5-4357-a314-0b860ca8b8d2" providerId="ADAL" clId="{467CACB8-0454-479D-BFA5-7C2F9675B1E3}" dt="2026-10-13T06:48:31.386" v="455" actId="164"/>
          <ac:spMkLst>
            <pc:docMk/>
            <pc:sldMk cId="3754453427" sldId="1401"/>
            <ac:spMk id="5" creationId="{2EB6795C-F724-F6DA-2B20-2ABE19FC6809}"/>
          </ac:spMkLst>
        </pc:spChg>
        <pc:spChg chg="mod ord">
          <ac:chgData name="Yueming Li (Biomedical Sciences)" userId="12f3b62c-acd5-4357-a314-0b860ca8b8d2" providerId="ADAL" clId="{467CACB8-0454-479D-BFA5-7C2F9675B1E3}" dt="2026-10-13T06:51:37.172" v="468" actId="113"/>
          <ac:spMkLst>
            <pc:docMk/>
            <pc:sldMk cId="3754453427" sldId="1401"/>
            <ac:spMk id="6" creationId="{924F8913-5D95-B12C-E39D-300273C99B9D}"/>
          </ac:spMkLst>
        </pc:spChg>
        <pc:grpChg chg="add mod">
          <ac:chgData name="Yueming Li (Biomedical Sciences)" userId="12f3b62c-acd5-4357-a314-0b860ca8b8d2" providerId="ADAL" clId="{467CACB8-0454-479D-BFA5-7C2F9675B1E3}" dt="2026-10-13T06:48:31.386" v="455" actId="164"/>
          <ac:grpSpMkLst>
            <pc:docMk/>
            <pc:sldMk cId="3754453427" sldId="1401"/>
            <ac:grpSpMk id="8" creationId="{CF9BD36C-B2CE-E328-50B5-03A18B17023F}"/>
          </ac:grpSpMkLst>
        </pc:grpChg>
        <pc:picChg chg="mod modCrop">
          <ac:chgData name="Yueming Li (Biomedical Sciences)" userId="12f3b62c-acd5-4357-a314-0b860ca8b8d2" providerId="ADAL" clId="{467CACB8-0454-479D-BFA5-7C2F9675B1E3}" dt="2026-10-13T06:46:01.183" v="380" actId="1076"/>
          <ac:picMkLst>
            <pc:docMk/>
            <pc:sldMk cId="3754453427" sldId="1401"/>
            <ac:picMk id="7" creationId="{8F4D079C-0D6D-8BDD-B92D-E5F437478472}"/>
          </ac:picMkLst>
        </pc:picChg>
      </pc:sldChg>
      <pc:sldChg chg="addSp delSp modSp mod modNotesTx">
        <pc:chgData name="Yueming Li (Biomedical Sciences)" userId="12f3b62c-acd5-4357-a314-0b860ca8b8d2" providerId="ADAL" clId="{467CACB8-0454-479D-BFA5-7C2F9675B1E3}" dt="2026-10-13T08:45:48.476" v="996" actId="20577"/>
        <pc:sldMkLst>
          <pc:docMk/>
          <pc:sldMk cId="2299172537" sldId="1402"/>
        </pc:sldMkLst>
        <pc:spChg chg="del">
          <ac:chgData name="Yueming Li (Biomedical Sciences)" userId="12f3b62c-acd5-4357-a314-0b860ca8b8d2" providerId="ADAL" clId="{467CACB8-0454-479D-BFA5-7C2F9675B1E3}" dt="2026-10-13T07:00:42.166" v="530" actId="478"/>
          <ac:spMkLst>
            <pc:docMk/>
            <pc:sldMk cId="2299172537" sldId="1402"/>
            <ac:spMk id="5" creationId="{47558348-51D6-0F91-AAAD-F222C6E5AF67}"/>
          </ac:spMkLst>
        </pc:spChg>
        <pc:spChg chg="mod">
          <ac:chgData name="Yueming Li (Biomedical Sciences)" userId="12f3b62c-acd5-4357-a314-0b860ca8b8d2" providerId="ADAL" clId="{467CACB8-0454-479D-BFA5-7C2F9675B1E3}" dt="2026-10-13T07:29:16.096" v="580" actId="164"/>
          <ac:spMkLst>
            <pc:docMk/>
            <pc:sldMk cId="2299172537" sldId="1402"/>
            <ac:spMk id="6" creationId="{A026AA68-3573-E6CE-8F68-D00D317DD5A6}"/>
          </ac:spMkLst>
        </pc:spChg>
        <pc:spChg chg="add mod ord">
          <ac:chgData name="Yueming Li (Biomedical Sciences)" userId="12f3b62c-acd5-4357-a314-0b860ca8b8d2" providerId="ADAL" clId="{467CACB8-0454-479D-BFA5-7C2F9675B1E3}" dt="2026-10-13T07:29:16.096" v="580" actId="164"/>
          <ac:spMkLst>
            <pc:docMk/>
            <pc:sldMk cId="2299172537" sldId="1402"/>
            <ac:spMk id="7" creationId="{F100B502-F1EF-AA30-81B7-C7D0D2E58F8C}"/>
          </ac:spMkLst>
        </pc:spChg>
        <pc:grpChg chg="add mod">
          <ac:chgData name="Yueming Li (Biomedical Sciences)" userId="12f3b62c-acd5-4357-a314-0b860ca8b8d2" providerId="ADAL" clId="{467CACB8-0454-479D-BFA5-7C2F9675B1E3}" dt="2026-10-13T07:29:16.096" v="580" actId="164"/>
          <ac:grpSpMkLst>
            <pc:docMk/>
            <pc:sldMk cId="2299172537" sldId="1402"/>
            <ac:grpSpMk id="8" creationId="{5DFC8E8E-ED2F-3BDB-7EB4-1DDB8E133F44}"/>
          </ac:grpSpMkLst>
        </pc:grpChg>
        <pc:picChg chg="mod modCrop">
          <ac:chgData name="Yueming Li (Biomedical Sciences)" userId="12f3b62c-acd5-4357-a314-0b860ca8b8d2" providerId="ADAL" clId="{467CACB8-0454-479D-BFA5-7C2F9675B1E3}" dt="2026-10-13T07:28:40.529" v="570" actId="1076"/>
          <ac:picMkLst>
            <pc:docMk/>
            <pc:sldMk cId="2299172537" sldId="1402"/>
            <ac:picMk id="4" creationId="{9F3C5D47-665D-3C2F-0A80-66556CCE4F8C}"/>
          </ac:picMkLst>
        </pc:picChg>
      </pc:sldChg>
      <pc:sldChg chg="delSp modSp mod modNotesTx">
        <pc:chgData name="Yueming Li (Biomedical Sciences)" userId="12f3b62c-acd5-4357-a314-0b860ca8b8d2" providerId="ADAL" clId="{467CACB8-0454-479D-BFA5-7C2F9675B1E3}" dt="2026-10-13T08:45:51.671" v="997" actId="20577"/>
        <pc:sldMkLst>
          <pc:docMk/>
          <pc:sldMk cId="874082899" sldId="1403"/>
        </pc:sldMkLst>
        <pc:spChg chg="del">
          <ac:chgData name="Yueming Li (Biomedical Sciences)" userId="12f3b62c-acd5-4357-a314-0b860ca8b8d2" providerId="ADAL" clId="{467CACB8-0454-479D-BFA5-7C2F9675B1E3}" dt="2026-10-13T07:29:26.483" v="583" actId="478"/>
          <ac:spMkLst>
            <pc:docMk/>
            <pc:sldMk cId="874082899" sldId="1403"/>
            <ac:spMk id="3" creationId="{845E3C11-82BC-C797-4315-CCF7B73D2449}"/>
          </ac:spMkLst>
        </pc:spChg>
        <pc:spChg chg="del">
          <ac:chgData name="Yueming Li (Biomedical Sciences)" userId="12f3b62c-acd5-4357-a314-0b860ca8b8d2" providerId="ADAL" clId="{467CACB8-0454-479D-BFA5-7C2F9675B1E3}" dt="2026-10-13T07:45:15.749" v="598" actId="478"/>
          <ac:spMkLst>
            <pc:docMk/>
            <pc:sldMk cId="874082899" sldId="1403"/>
            <ac:spMk id="5" creationId="{C08E3F86-1FCA-4F3C-BC41-F526AFE81881}"/>
          </ac:spMkLst>
        </pc:spChg>
        <pc:spChg chg="mod">
          <ac:chgData name="Yueming Li (Biomedical Sciences)" userId="12f3b62c-acd5-4357-a314-0b860ca8b8d2" providerId="ADAL" clId="{467CACB8-0454-479D-BFA5-7C2F9675B1E3}" dt="2026-10-13T07:55:28.950" v="626" actId="113"/>
          <ac:spMkLst>
            <pc:docMk/>
            <pc:sldMk cId="874082899" sldId="1403"/>
            <ac:spMk id="6" creationId="{21ACCC40-D8DF-D43B-98B4-7AE411217FE8}"/>
          </ac:spMkLst>
        </pc:spChg>
        <pc:picChg chg="mod modCrop">
          <ac:chgData name="Yueming Li (Biomedical Sciences)" userId="12f3b62c-acd5-4357-a314-0b860ca8b8d2" providerId="ADAL" clId="{467CACB8-0454-479D-BFA5-7C2F9675B1E3}" dt="2026-10-13T07:55:34.335" v="627" actId="1076"/>
          <ac:picMkLst>
            <pc:docMk/>
            <pc:sldMk cId="874082899" sldId="1403"/>
            <ac:picMk id="3" creationId="{2BE4C608-522D-F427-9F73-1A2EE70AB634}"/>
          </ac:picMkLst>
        </pc:picChg>
        <pc:picChg chg="mod modCrop">
          <ac:chgData name="Yueming Li (Biomedical Sciences)" userId="12f3b62c-acd5-4357-a314-0b860ca8b8d2" providerId="ADAL" clId="{467CACB8-0454-479D-BFA5-7C2F9675B1E3}" dt="2026-10-13T07:45:22.916" v="600" actId="14100"/>
          <ac:picMkLst>
            <pc:docMk/>
            <pc:sldMk cId="874082899" sldId="1403"/>
            <ac:picMk id="4" creationId="{1ACE5D5E-600A-DB5A-1812-6203E890D121}"/>
          </ac:picMkLst>
        </pc:picChg>
      </pc:sldChg>
      <pc:sldChg chg="addSp modSp mod modNotesTx">
        <pc:chgData name="Yueming Li (Biomedical Sciences)" userId="12f3b62c-acd5-4357-a314-0b860ca8b8d2" providerId="ADAL" clId="{467CACB8-0454-479D-BFA5-7C2F9675B1E3}" dt="2026-10-13T08:45:54.733" v="998" actId="20577"/>
        <pc:sldMkLst>
          <pc:docMk/>
          <pc:sldMk cId="2122840717" sldId="1404"/>
        </pc:sldMkLst>
        <pc:spChg chg="mod">
          <ac:chgData name="Yueming Li (Biomedical Sciences)" userId="12f3b62c-acd5-4357-a314-0b860ca8b8d2" providerId="ADAL" clId="{467CACB8-0454-479D-BFA5-7C2F9675B1E3}" dt="2026-10-13T08:15:14.902" v="746" actId="1076"/>
          <ac:spMkLst>
            <pc:docMk/>
            <pc:sldMk cId="2122840717" sldId="1404"/>
            <ac:spMk id="3" creationId="{9CC30030-8186-52ED-3A11-3A1AB44F5C0F}"/>
          </ac:spMkLst>
        </pc:spChg>
        <pc:spChg chg="add mod">
          <ac:chgData name="Yueming Li (Biomedical Sciences)" userId="12f3b62c-acd5-4357-a314-0b860ca8b8d2" providerId="ADAL" clId="{467CACB8-0454-479D-BFA5-7C2F9675B1E3}" dt="2026-10-13T08:04:21.882" v="695" actId="164"/>
          <ac:spMkLst>
            <pc:docMk/>
            <pc:sldMk cId="2122840717" sldId="1404"/>
            <ac:spMk id="4" creationId="{86C61D8A-92AF-4BD2-AC23-D2768E40A237}"/>
          </ac:spMkLst>
        </pc:spChg>
        <pc:spChg chg="mod">
          <ac:chgData name="Yueming Li (Biomedical Sciences)" userId="12f3b62c-acd5-4357-a314-0b860ca8b8d2" providerId="ADAL" clId="{467CACB8-0454-479D-BFA5-7C2F9675B1E3}" dt="2026-10-13T08:03:46.549" v="683" actId="1076"/>
          <ac:spMkLst>
            <pc:docMk/>
            <pc:sldMk cId="2122840717" sldId="1404"/>
            <ac:spMk id="5" creationId="{7E25F419-A7DA-8460-ED6E-38A010DB304A}"/>
          </ac:spMkLst>
        </pc:spChg>
        <pc:spChg chg="add mod ord">
          <ac:chgData name="Yueming Li (Biomedical Sciences)" userId="12f3b62c-acd5-4357-a314-0b860ca8b8d2" providerId="ADAL" clId="{467CACB8-0454-479D-BFA5-7C2F9675B1E3}" dt="2026-10-13T08:04:21.882" v="695" actId="164"/>
          <ac:spMkLst>
            <pc:docMk/>
            <pc:sldMk cId="2122840717" sldId="1404"/>
            <ac:spMk id="8" creationId="{1A538C28-114F-B081-948F-B40FC4C2C2B6}"/>
          </ac:spMkLst>
        </pc:spChg>
        <pc:grpChg chg="add mod">
          <ac:chgData name="Yueming Li (Biomedical Sciences)" userId="12f3b62c-acd5-4357-a314-0b860ca8b8d2" providerId="ADAL" clId="{467CACB8-0454-479D-BFA5-7C2F9675B1E3}" dt="2026-10-13T08:04:21.882" v="695" actId="164"/>
          <ac:grpSpMkLst>
            <pc:docMk/>
            <pc:sldMk cId="2122840717" sldId="1404"/>
            <ac:grpSpMk id="9" creationId="{A93535A4-3DBF-1274-7074-6A48F7B405D5}"/>
          </ac:grpSpMkLst>
        </pc:grpChg>
        <pc:picChg chg="mod modCrop">
          <ac:chgData name="Yueming Li (Biomedical Sciences)" userId="12f3b62c-acd5-4357-a314-0b860ca8b8d2" providerId="ADAL" clId="{467CACB8-0454-479D-BFA5-7C2F9675B1E3}" dt="2026-10-13T08:12:59.294" v="727" actId="1076"/>
          <ac:picMkLst>
            <pc:docMk/>
            <pc:sldMk cId="2122840717" sldId="1404"/>
            <ac:picMk id="6" creationId="{37A010D0-C58A-5601-101D-DC803DCFA33B}"/>
          </ac:picMkLst>
        </pc:picChg>
      </pc:sldChg>
      <pc:sldChg chg="addSp delSp modSp mod modNotesTx">
        <pc:chgData name="Yueming Li (Biomedical Sciences)" userId="12f3b62c-acd5-4357-a314-0b860ca8b8d2" providerId="ADAL" clId="{467CACB8-0454-479D-BFA5-7C2F9675B1E3}" dt="2026-10-13T08:45:58.222" v="999" actId="20577"/>
        <pc:sldMkLst>
          <pc:docMk/>
          <pc:sldMk cId="1868182018" sldId="1405"/>
        </pc:sldMkLst>
        <pc:spChg chg="add del">
          <ac:chgData name="Yueming Li (Biomedical Sciences)" userId="12f3b62c-acd5-4357-a314-0b860ca8b8d2" providerId="ADAL" clId="{467CACB8-0454-479D-BFA5-7C2F9675B1E3}" dt="2026-10-13T08:15:20.870" v="749" actId="478"/>
          <ac:spMkLst>
            <pc:docMk/>
            <pc:sldMk cId="1868182018" sldId="1405"/>
            <ac:spMk id="3" creationId="{26D8D37B-1F90-1571-C4F5-BA0073C9487B}"/>
          </ac:spMkLst>
        </pc:spChg>
        <pc:spChg chg="mod">
          <ac:chgData name="Yueming Li (Biomedical Sciences)" userId="12f3b62c-acd5-4357-a314-0b860ca8b8d2" providerId="ADAL" clId="{467CACB8-0454-479D-BFA5-7C2F9675B1E3}" dt="2026-10-13T08:21:17.493" v="804" actId="20577"/>
          <ac:spMkLst>
            <pc:docMk/>
            <pc:sldMk cId="1868182018" sldId="1405"/>
            <ac:spMk id="5" creationId="{3D5D3623-127D-2CC0-55F5-D6483D25452A}"/>
          </ac:spMkLst>
        </pc:spChg>
        <pc:spChg chg="add mod">
          <ac:chgData name="Yueming Li (Biomedical Sciences)" userId="12f3b62c-acd5-4357-a314-0b860ca8b8d2" providerId="ADAL" clId="{467CACB8-0454-479D-BFA5-7C2F9675B1E3}" dt="2026-10-13T08:21:42.249" v="813" actId="14100"/>
          <ac:spMkLst>
            <pc:docMk/>
            <pc:sldMk cId="1868182018" sldId="1405"/>
            <ac:spMk id="7" creationId="{174EADC5-54F7-815E-6EE1-C035E2FAB2C5}"/>
          </ac:spMkLst>
        </pc:spChg>
        <pc:picChg chg="mod modCrop">
          <ac:chgData name="Yueming Li (Biomedical Sciences)" userId="12f3b62c-acd5-4357-a314-0b860ca8b8d2" providerId="ADAL" clId="{467CACB8-0454-479D-BFA5-7C2F9675B1E3}" dt="2026-10-13T08:20:19.237" v="784" actId="1038"/>
          <ac:picMkLst>
            <pc:docMk/>
            <pc:sldMk cId="1868182018" sldId="1405"/>
            <ac:picMk id="4" creationId="{B67A3D22-AAF3-EE2C-640B-5CC871D5AEEF}"/>
          </ac:picMkLst>
        </pc:picChg>
      </pc:sldChg>
      <pc:sldChg chg="delSp modSp mod modNotesTx">
        <pc:chgData name="Yueming Li (Biomedical Sciences)" userId="12f3b62c-acd5-4357-a314-0b860ca8b8d2" providerId="ADAL" clId="{467CACB8-0454-479D-BFA5-7C2F9675B1E3}" dt="2026-10-13T08:46:01.623" v="1000" actId="20577"/>
        <pc:sldMkLst>
          <pc:docMk/>
          <pc:sldMk cId="1546589964" sldId="1406"/>
        </pc:sldMkLst>
        <pc:spChg chg="del">
          <ac:chgData name="Yueming Li (Biomedical Sciences)" userId="12f3b62c-acd5-4357-a314-0b860ca8b8d2" providerId="ADAL" clId="{467CACB8-0454-479D-BFA5-7C2F9675B1E3}" dt="2026-10-13T08:24:06.142" v="870" actId="478"/>
          <ac:spMkLst>
            <pc:docMk/>
            <pc:sldMk cId="1546589964" sldId="1406"/>
            <ac:spMk id="3" creationId="{60017E2D-AE15-1306-F6BE-7A4DF9056141}"/>
          </ac:spMkLst>
        </pc:spChg>
        <pc:spChg chg="mod">
          <ac:chgData name="Yueming Li (Biomedical Sciences)" userId="12f3b62c-acd5-4357-a314-0b860ca8b8d2" providerId="ADAL" clId="{467CACB8-0454-479D-BFA5-7C2F9675B1E3}" dt="2026-10-13T08:32:04.966" v="894" actId="1076"/>
          <ac:spMkLst>
            <pc:docMk/>
            <pc:sldMk cId="1546589964" sldId="1406"/>
            <ac:spMk id="5" creationId="{BC9E1EF1-0B81-2D29-FF58-8B230C86C8B3}"/>
          </ac:spMkLst>
        </pc:spChg>
        <pc:picChg chg="mod modCrop">
          <ac:chgData name="Yueming Li (Biomedical Sciences)" userId="12f3b62c-acd5-4357-a314-0b860ca8b8d2" providerId="ADAL" clId="{467CACB8-0454-479D-BFA5-7C2F9675B1E3}" dt="2026-10-13T08:32:06.445" v="895" actId="1076"/>
          <ac:picMkLst>
            <pc:docMk/>
            <pc:sldMk cId="1546589964" sldId="1406"/>
            <ac:picMk id="6" creationId="{AF0CEAAC-71BE-E19A-9614-17D26DC7B3C8}"/>
          </ac:picMkLst>
        </pc:picChg>
      </pc:sldChg>
      <pc:sldChg chg="addSp delSp modSp mod modNotesTx">
        <pc:chgData name="Yueming Li (Biomedical Sciences)" userId="12f3b62c-acd5-4357-a314-0b860ca8b8d2" providerId="ADAL" clId="{467CACB8-0454-479D-BFA5-7C2F9675B1E3}" dt="2026-10-13T08:46:04.703" v="1001" actId="20577"/>
        <pc:sldMkLst>
          <pc:docMk/>
          <pc:sldMk cId="4138832721" sldId="1407"/>
        </pc:sldMkLst>
        <pc:spChg chg="del">
          <ac:chgData name="Yueming Li (Biomedical Sciences)" userId="12f3b62c-acd5-4357-a314-0b860ca8b8d2" providerId="ADAL" clId="{467CACB8-0454-479D-BFA5-7C2F9675B1E3}" dt="2026-10-13T08:36:19.037" v="910" actId="478"/>
          <ac:spMkLst>
            <pc:docMk/>
            <pc:sldMk cId="4138832721" sldId="1407"/>
            <ac:spMk id="3" creationId="{D5393ECD-AE9A-58AF-6D72-09713E0EA382}"/>
          </ac:spMkLst>
        </pc:spChg>
        <pc:spChg chg="mod">
          <ac:chgData name="Yueming Li (Biomedical Sciences)" userId="12f3b62c-acd5-4357-a314-0b860ca8b8d2" providerId="ADAL" clId="{467CACB8-0454-479D-BFA5-7C2F9675B1E3}" dt="2026-10-13T08:38:53.683" v="956" actId="20577"/>
          <ac:spMkLst>
            <pc:docMk/>
            <pc:sldMk cId="4138832721" sldId="1407"/>
            <ac:spMk id="5" creationId="{2DABF3E1-AD07-6FBF-86CC-708CEB262C71}"/>
          </ac:spMkLst>
        </pc:spChg>
        <pc:spChg chg="add mod">
          <ac:chgData name="Yueming Li (Biomedical Sciences)" userId="12f3b62c-acd5-4357-a314-0b860ca8b8d2" providerId="ADAL" clId="{467CACB8-0454-479D-BFA5-7C2F9675B1E3}" dt="2026-10-13T08:39:08.171" v="961" actId="1076"/>
          <ac:spMkLst>
            <pc:docMk/>
            <pc:sldMk cId="4138832721" sldId="1407"/>
            <ac:spMk id="7" creationId="{F98E0C5A-BA0F-116C-9B59-DEEA3F0BC004}"/>
          </ac:spMkLst>
        </pc:spChg>
        <pc:picChg chg="mod modCrop">
          <ac:chgData name="Yueming Li (Biomedical Sciences)" userId="12f3b62c-acd5-4357-a314-0b860ca8b8d2" providerId="ADAL" clId="{467CACB8-0454-479D-BFA5-7C2F9675B1E3}" dt="2026-10-13T08:38:30.450" v="948" actId="1076"/>
          <ac:picMkLst>
            <pc:docMk/>
            <pc:sldMk cId="4138832721" sldId="1407"/>
            <ac:picMk id="6" creationId="{5C9315E5-E882-5E1C-630A-011399F2ECA1}"/>
          </ac:picMkLst>
        </pc:picChg>
      </pc:sldChg>
    </pc:docChg>
  </pc:docChgLst>
  <pc:docChgLst>
    <pc:chgData name="Yueming Li (Biomedical Sciences)" userId="S::y.li.43@bham.ac.uk::12f3b62c-acd5-4357-a314-0b860ca8b8d2" providerId="AD" clId="Web-{637F6D6B-4DB8-B233-BEF3-028FE66FB97D}"/>
    <pc:docChg chg="addSld delSld modSld">
      <pc:chgData name="Yueming Li (Biomedical Sciences)" userId="S::y.li.43@bham.ac.uk::12f3b62c-acd5-4357-a314-0b860ca8b8d2" providerId="AD" clId="Web-{637F6D6B-4DB8-B233-BEF3-028FE66FB97D}" dt="2026-10-12T08:29:58.861" v="12"/>
      <pc:docMkLst>
        <pc:docMk/>
      </pc:docMkLst>
      <pc:sldChg chg="new del">
        <pc:chgData name="Yueming Li (Biomedical Sciences)" userId="S::y.li.43@bham.ac.uk::12f3b62c-acd5-4357-a314-0b860ca8b8d2" providerId="AD" clId="Web-{637F6D6B-4DB8-B233-BEF3-028FE66FB97D}" dt="2026-10-12T08:29:46.955" v="5"/>
        <pc:sldMkLst>
          <pc:docMk/>
          <pc:sldMk cId="983275341" sldId="1398"/>
        </pc:sldMkLst>
      </pc:sldChg>
      <pc:sldChg chg="new">
        <pc:chgData name="Yueming Li (Biomedical Sciences)" userId="S::y.li.43@bham.ac.uk::12f3b62c-acd5-4357-a314-0b860ca8b8d2" providerId="AD" clId="Web-{637F6D6B-4DB8-B233-BEF3-028FE66FB97D}" dt="2026-10-12T08:29:49.626" v="6"/>
        <pc:sldMkLst>
          <pc:docMk/>
          <pc:sldMk cId="3350299255" sldId="1400"/>
        </pc:sldMkLst>
      </pc:sldChg>
      <pc:sldChg chg="new">
        <pc:chgData name="Yueming Li (Biomedical Sciences)" userId="S::y.li.43@bham.ac.uk::12f3b62c-acd5-4357-a314-0b860ca8b8d2" providerId="AD" clId="Web-{637F6D6B-4DB8-B233-BEF3-028FE66FB97D}" dt="2026-10-12T08:29:51.907" v="7"/>
        <pc:sldMkLst>
          <pc:docMk/>
          <pc:sldMk cId="474048415" sldId="1401"/>
        </pc:sldMkLst>
      </pc:sldChg>
      <pc:sldChg chg="new">
        <pc:chgData name="Yueming Li (Biomedical Sciences)" userId="S::y.li.43@bham.ac.uk::12f3b62c-acd5-4357-a314-0b860ca8b8d2" providerId="AD" clId="Web-{637F6D6B-4DB8-B233-BEF3-028FE66FB97D}" dt="2026-10-12T08:29:53.423" v="8"/>
        <pc:sldMkLst>
          <pc:docMk/>
          <pc:sldMk cId="3516155181" sldId="1402"/>
        </pc:sldMkLst>
      </pc:sldChg>
      <pc:sldChg chg="new">
        <pc:chgData name="Yueming Li (Biomedical Sciences)" userId="S::y.li.43@bham.ac.uk::12f3b62c-acd5-4357-a314-0b860ca8b8d2" providerId="AD" clId="Web-{637F6D6B-4DB8-B233-BEF3-028FE66FB97D}" dt="2026-10-12T08:29:54.376" v="9"/>
        <pc:sldMkLst>
          <pc:docMk/>
          <pc:sldMk cId="911902174" sldId="1403"/>
        </pc:sldMkLst>
      </pc:sldChg>
      <pc:sldChg chg="new">
        <pc:chgData name="Yueming Li (Biomedical Sciences)" userId="S::y.li.43@bham.ac.uk::12f3b62c-acd5-4357-a314-0b860ca8b8d2" providerId="AD" clId="Web-{637F6D6B-4DB8-B233-BEF3-028FE66FB97D}" dt="2026-10-12T08:29:55.345" v="10"/>
        <pc:sldMkLst>
          <pc:docMk/>
          <pc:sldMk cId="1486985795" sldId="1404"/>
        </pc:sldMkLst>
      </pc:sldChg>
      <pc:sldChg chg="new">
        <pc:chgData name="Yueming Li (Biomedical Sciences)" userId="S::y.li.43@bham.ac.uk::12f3b62c-acd5-4357-a314-0b860ca8b8d2" providerId="AD" clId="Web-{637F6D6B-4DB8-B233-BEF3-028FE66FB97D}" dt="2026-10-12T08:29:58.736" v="11"/>
        <pc:sldMkLst>
          <pc:docMk/>
          <pc:sldMk cId="2397998358" sldId="1405"/>
        </pc:sldMkLst>
      </pc:sldChg>
      <pc:sldChg chg="new">
        <pc:chgData name="Yueming Li (Biomedical Sciences)" userId="S::y.li.43@bham.ac.uk::12f3b62c-acd5-4357-a314-0b860ca8b8d2" providerId="AD" clId="Web-{637F6D6B-4DB8-B233-BEF3-028FE66FB97D}" dt="2026-10-12T08:29:58.861" v="12"/>
        <pc:sldMkLst>
          <pc:docMk/>
          <pc:sldMk cId="1157116827" sldId="14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346B67-71C4-6A20-5B1F-CF02011E03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DA43-4E6A-F57C-F129-8621F4C48E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B6302-81D9-3341-8BEE-558FFE2510A3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356D5-F218-1A4F-F824-0004C2F048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BB1A6-FD46-F964-76CD-4727A6A780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4192F-5B50-BB49-817A-7CA11482C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423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DFEF-057C-A843-8C81-03384ABB4BFC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D149E-358D-2440-BDD5-072440F2B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8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43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99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71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71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0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没说就不讲strengt的问题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51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64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01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65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27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33F5-85BE-B339-F237-9E0DFCE0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96E25-1FD3-0928-48EB-88AAC768D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20C71-E994-B895-169E-E71EE58E6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86F5E-AA11-B13C-9E8A-6BBBBBDEF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5D149E-358D-2440-BDD5-072440F2B7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3781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04F269-56E3-639E-F1B1-41EEC4813B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E02850-963E-BCA7-D70C-3BCCF65A06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2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3165889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600" cy="6856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04F269-56E3-639E-F1B1-41EEC4813B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  <a:p>
            <a:br>
              <a:rPr lang="en-GB"/>
            </a:br>
            <a:endParaRPr lang="en-GB"/>
          </a:p>
          <a:p>
            <a:r>
              <a:rPr lang="en-GB"/>
              <a:t>image box on the right click on icon or drag </a:t>
            </a:r>
            <a:br>
              <a:rPr lang="en-GB"/>
            </a:br>
            <a:r>
              <a:rPr lang="en-GB"/>
              <a:t>image into the space to add.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E02850-963E-BCA7-D70C-3BCCF65A06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2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D1D972-DB48-9F79-3343-53455BAD1A3F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650676" y="0"/>
            <a:ext cx="4541325" cy="6854092"/>
          </a:xfrm>
          <a:custGeom>
            <a:avLst/>
            <a:gdLst>
              <a:gd name="connsiteX0" fmla="*/ 1895608 w 4541325"/>
              <a:gd name="connsiteY0" fmla="*/ 0 h 6854092"/>
              <a:gd name="connsiteX1" fmla="*/ 4541325 w 4541325"/>
              <a:gd name="connsiteY1" fmla="*/ 0 h 6854092"/>
              <a:gd name="connsiteX2" fmla="*/ 4541325 w 4541325"/>
              <a:gd name="connsiteY2" fmla="*/ 6854092 h 6854092"/>
              <a:gd name="connsiteX3" fmla="*/ 2610437 w 4541325"/>
              <a:gd name="connsiteY3" fmla="*/ 6854092 h 6854092"/>
              <a:gd name="connsiteX4" fmla="*/ 0 w 4541325"/>
              <a:gd name="connsiteY4" fmla="*/ 4568092 h 685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1325" h="6854092">
                <a:moveTo>
                  <a:pt x="1895608" y="0"/>
                </a:moveTo>
                <a:lnTo>
                  <a:pt x="4541325" y="0"/>
                </a:lnTo>
                <a:lnTo>
                  <a:pt x="4541325" y="6854092"/>
                </a:lnTo>
                <a:lnTo>
                  <a:pt x="2610437" y="6854092"/>
                </a:lnTo>
                <a:lnTo>
                  <a:pt x="0" y="456809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165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C7F413A-BEFA-C6ED-34D9-98988763376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000776-6FDA-FB49-9239-188832AB7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225D9904-7AA2-396F-0F75-33E10EDC8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23FEFC2-131D-938E-706B-C951F300E06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388910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B8CBEBB-355F-B915-9AAB-E1D88DE7CD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9C0F31-2805-855F-1AAD-42ED3EF9F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C8975AC-4527-5C5B-36DF-82091AFE502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C91A75-C9DD-4FA0-B4EA-0D1F56F343D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F752712-A8DC-64A7-2F58-D93C2487498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651A730-60BC-CA78-B014-ED8DF9AF1AD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F9FCEE-C471-7A79-A8A9-88AA385E96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8019" y="4351119"/>
            <a:ext cx="2520000" cy="9822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7B33D86-DE28-EC52-465E-8255E47072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35999" y="4352341"/>
            <a:ext cx="2520475" cy="98107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0A17905D-F51A-30CC-0BA6-B4F831B352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03981" y="4352341"/>
            <a:ext cx="2520475" cy="98107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</p:spTree>
    <p:extLst>
      <p:ext uri="{BB962C8B-B14F-4D97-AF65-F5344CB8AC3E}">
        <p14:creationId xmlns:p14="http://schemas.microsoft.com/office/powerpoint/2010/main" val="359930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B8CBEBB-355F-B915-9AAB-E1D88DE7CD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9C0F31-2805-855F-1AAD-42ED3EF9F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C8975AC-4527-5C5B-36DF-82091AFE502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C91A75-C9DD-4FA0-B4EA-0D1F56F343D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61969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F752712-A8DC-64A7-2F58-D93C2487498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977023" y="1849347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651A730-60BC-CA78-B014-ED8DF9AF1AD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392079" y="1849347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F9FCEE-C471-7A79-A8A9-88AA385E96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1968" y="4183085"/>
            <a:ext cx="1896776" cy="10670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7B33D86-DE28-EC52-465E-8255E47072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1707" y="4184004"/>
            <a:ext cx="1897133" cy="1066089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0A17905D-F51A-30CC-0BA6-B4F831B352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81803" y="4184005"/>
            <a:ext cx="1897133" cy="1066088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302A-5C3E-50EE-D011-8B3BD34117D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769496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474ED5-602A-E527-6F5E-D10046868917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7184550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EFA1985C-B897-1EBB-D7AE-F6B55FC6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76755" y="4184004"/>
            <a:ext cx="1897133" cy="1066089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11CDA61C-396F-1EA1-0D50-6BBA625080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6659" y="4184004"/>
            <a:ext cx="1897133" cy="1066089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</p:spTree>
    <p:extLst>
      <p:ext uri="{BB962C8B-B14F-4D97-AF65-F5344CB8AC3E}">
        <p14:creationId xmlns:p14="http://schemas.microsoft.com/office/powerpoint/2010/main" val="303781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1636C4-D5EE-EAF8-561E-CE359C6071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D5F7B9A0-DAE3-C350-D76B-69F54C16A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10752BE-F424-F8D5-5781-FE1DA5F9286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61656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1636C4-D5EE-EAF8-561E-CE359C6071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C7F413A-BEFA-C6ED-34D9-98988763376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000776-6FDA-FB49-9239-188832AB7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225D9904-7AA2-396F-0F75-33E10EDC8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8574BF3-47F2-BE49-AEFF-0EAD75B541A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411698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B8CBEBB-355F-B915-9AAB-E1D88DE7CD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9C0F31-2805-855F-1AAD-42ED3EF9F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BF3E1A1-7743-1E1A-2D7C-5201F6AFA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7B265FD-59C8-F243-F2B9-C772E46D1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2AA8CAC-CE27-AB1C-F59C-8C801701042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93118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000776-6FDA-FB49-9239-188832AB7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225D9904-7AA2-396F-0F75-33E10EDC8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9573C0-1F6E-DFB0-0D61-5F74874611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1" y="5787179"/>
            <a:ext cx="1954059" cy="56773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99774-6AA3-F589-0A9A-821A001F668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93569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B8CBEBB-355F-B915-9AAB-E1D88DE7CD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1" y="5787179"/>
            <a:ext cx="1954059" cy="56773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9C0F31-2805-855F-1AAD-42ED3EF9F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BF3E1A1-7743-1E1A-2D7C-5201F6AFA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7B265FD-59C8-F243-F2B9-C772E46D1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E17D6ED-714F-C4D3-B47D-A2A66C66E62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608880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D5F7B9A0-DAE3-C350-D76B-69F54C16A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56B5658-9066-6B42-2495-40DA1674896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1" y="5787179"/>
            <a:ext cx="1954059" cy="56773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4D26C-435B-06ED-1B87-DBF87D37083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621728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5F4E244-E32F-5A57-3D27-69349C663A6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1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90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962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Divid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617736"/>
            <a:ext cx="6353996" cy="15058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100865E-5051-867A-F0B7-9292EDC1A7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E830DC3-EB81-6CBE-5D45-B3CCDF98F7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0" y="617736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73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Divider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687793A-A511-5610-0CB0-AA06AF8E2A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72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Divider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01586DB-4343-A688-E644-4D38C6EAC42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7653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16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04F269-56E3-639E-F1B1-41EEC4813B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E02850-963E-BCA7-D70C-3BCCF65A06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2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92727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600" cy="6856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992F3AA-2026-24C9-831B-F66B099808A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56738" y="0"/>
            <a:ext cx="4542379" cy="6858000"/>
          </a:xfrm>
          <a:custGeom>
            <a:avLst/>
            <a:gdLst>
              <a:gd name="connsiteX0" fmla="*/ 1896887 w 4542379"/>
              <a:gd name="connsiteY0" fmla="*/ 0 h 6858000"/>
              <a:gd name="connsiteX1" fmla="*/ 4542379 w 4542379"/>
              <a:gd name="connsiteY1" fmla="*/ 0 h 6858000"/>
              <a:gd name="connsiteX2" fmla="*/ 4542379 w 4542379"/>
              <a:gd name="connsiteY2" fmla="*/ 6858000 h 6858000"/>
              <a:gd name="connsiteX3" fmla="*/ 2609965 w 4542379"/>
              <a:gd name="connsiteY3" fmla="*/ 6858000 h 6858000"/>
              <a:gd name="connsiteX4" fmla="*/ 0 w 4542379"/>
              <a:gd name="connsiteY4" fmla="*/ 177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2379" h="6858000">
                <a:moveTo>
                  <a:pt x="1896887" y="0"/>
                </a:moveTo>
                <a:lnTo>
                  <a:pt x="4542379" y="0"/>
                </a:lnTo>
                <a:lnTo>
                  <a:pt x="4542379" y="6858000"/>
                </a:lnTo>
                <a:lnTo>
                  <a:pt x="2609965" y="6858000"/>
                </a:lnTo>
                <a:lnTo>
                  <a:pt x="0" y="177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7E62669-0C8C-8C81-1274-25D6557268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4F300-E495-F297-DBF6-81920AD6E66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2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8965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57561D6-159E-FCBC-EAD3-DCD31BFEE6F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217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047A4-2E76-022B-2525-898053FDCC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036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19740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r>
              <a:rPr lang="en-GB"/>
              <a:t>Insert sub copy here.</a:t>
            </a:r>
          </a:p>
        </p:txBody>
      </p:sp>
    </p:spTree>
    <p:extLst>
      <p:ext uri="{BB962C8B-B14F-4D97-AF65-F5344CB8AC3E}">
        <p14:creationId xmlns:p14="http://schemas.microsoft.com/office/powerpoint/2010/main" val="401035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F858169-0C65-5576-989B-052745F4C06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61969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FD9DC28-9EA2-992D-B120-466FD3C7D2BA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977023" y="1849347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01AC7BA-028D-FEB6-5469-48EC7AAA9B8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392079" y="1849347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DE2407FE-66CE-2109-85B0-365DE8CD24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1968" y="4183085"/>
            <a:ext cx="1896776" cy="10670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B909112F-AF48-4EF8-641A-9B4E54BA7B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1707" y="4184004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B5E5E04-BF9B-D216-4E82-268B505C77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81803" y="4184005"/>
            <a:ext cx="1897133" cy="10660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D255895-B113-E401-DA57-AF0B96D19FE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769496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EE165B9-5F96-8B7D-65E4-952286A84550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7184550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2CB0A589-1B39-6BFD-833F-C261B79EAB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76755" y="4184004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9DD023BB-AE46-F45D-29CA-0FCB3D08B4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6659" y="4184004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388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1FBAEAF-9083-CEBB-9361-7C295E600C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C5ECFFC-7310-131F-AEA3-3C64F04FBA5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5159884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15C8DC2-5B57-3486-68BE-A9A40B3BDF8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4E3430F-8E1C-E744-A66D-6BBE27B5502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740139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BFF16D-C28A-2955-58AB-9271F939F9F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80250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8731F82-BFA6-B83E-1FEB-574CA6F3D2D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347246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1FBAEAF-9083-CEBB-9361-7C295E600C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9918A8-23A5-FBB4-EC44-436D0872D01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362504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15C8DC2-5B57-3486-68BE-A9A40B3BDF8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390F85E-8263-53C7-A6BC-129ED41190D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9167680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413DAF2-44E4-A0EA-D0E1-6085FF53B5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1191001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F78C408-4BFD-C04C-157F-0FF134553CC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79"/>
            <a:ext cx="1954059" cy="56773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56AE6-DDF8-D06D-AD98-CB27BA7DE73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668885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9E0FE8C-D1D9-F6AC-9883-1142710E70F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79"/>
            <a:ext cx="1954059" cy="56773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B0922-B841-CDA8-7271-0396CEBB521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052757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9C64E13-1228-9124-C2B8-2476C1999F3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79"/>
            <a:ext cx="1954059" cy="567737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ECFD1F5-6752-EB67-8E62-BC6AC438B96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425524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F90ECDB-E18A-591A-8133-2EAE6789157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617736"/>
            <a:ext cx="1954059" cy="5677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270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BABB319-CCF3-55F5-FD81-6109BE7B2E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399" y="5787179"/>
            <a:ext cx="1954059" cy="5677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434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title here.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3A6B713-4FEB-2C71-88F3-1B300E637A9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407653" y="5787179"/>
            <a:ext cx="1954059" cy="5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96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8136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1636C4-D5EE-EAF8-561E-CE359C6071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259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_Image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9D3723-CBAD-ACE9-F9EF-56C703095A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8238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10" name="4. Picture Placeholder">
            <a:extLst>
              <a:ext uri="{FF2B5EF4-FFF2-40B4-BE49-F238E27FC236}">
                <a16:creationId xmlns:a16="http://schemas.microsoft.com/office/drawing/2014/main" id="{C992F3AA-2026-24C9-831B-F66B099808A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56738" y="0"/>
            <a:ext cx="4542379" cy="6858000"/>
          </a:xfrm>
          <a:custGeom>
            <a:avLst/>
            <a:gdLst>
              <a:gd name="connsiteX0" fmla="*/ 1896887 w 4542379"/>
              <a:gd name="connsiteY0" fmla="*/ 0 h 6858000"/>
              <a:gd name="connsiteX1" fmla="*/ 4542379 w 4542379"/>
              <a:gd name="connsiteY1" fmla="*/ 0 h 6858000"/>
              <a:gd name="connsiteX2" fmla="*/ 4542379 w 4542379"/>
              <a:gd name="connsiteY2" fmla="*/ 6858000 h 6858000"/>
              <a:gd name="connsiteX3" fmla="*/ 2609965 w 4542379"/>
              <a:gd name="connsiteY3" fmla="*/ 6858000 h 6858000"/>
              <a:gd name="connsiteX4" fmla="*/ 0 w 4542379"/>
              <a:gd name="connsiteY4" fmla="*/ 177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2379" h="6858000">
                <a:moveTo>
                  <a:pt x="1896887" y="0"/>
                </a:moveTo>
                <a:lnTo>
                  <a:pt x="4542379" y="0"/>
                </a:lnTo>
                <a:lnTo>
                  <a:pt x="4542379" y="6858000"/>
                </a:lnTo>
                <a:lnTo>
                  <a:pt x="2609965" y="6858000"/>
                </a:lnTo>
                <a:lnTo>
                  <a:pt x="0" y="177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04D5CD-1028-023E-1A5D-3C1E0FD4DE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44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5. Picture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4. Logo">
            <a:extLst>
              <a:ext uri="{FF2B5EF4-FFF2-40B4-BE49-F238E27FC236}">
                <a16:creationId xmlns:a16="http://schemas.microsoft.com/office/drawing/2014/main" id="{4504F269-56E3-639E-F1B1-41EEC4813B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6" name="1. Section Title Placeholder">
            <a:extLst>
              <a:ext uri="{FF2B5EF4-FFF2-40B4-BE49-F238E27FC236}">
                <a16:creationId xmlns:a16="http://schemas.microsoft.com/office/drawing/2014/main" id="{7CE02850-963E-BCA7-D70C-3BCCF65A06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3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057221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. Background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600" cy="6856650"/>
          </a:xfrm>
          <a:prstGeom prst="rect">
            <a:avLst/>
          </a:prstGeom>
        </p:spPr>
      </p:pic>
      <p:pic>
        <p:nvPicPr>
          <p:cNvPr id="11" name="5. Logo">
            <a:extLst>
              <a:ext uri="{FF2B5EF4-FFF2-40B4-BE49-F238E27FC236}">
                <a16:creationId xmlns:a16="http://schemas.microsoft.com/office/drawing/2014/main" id="{57E62669-0C8C-8C81-1274-25D6557268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10" name="4. Picture Placeholder">
            <a:extLst>
              <a:ext uri="{FF2B5EF4-FFF2-40B4-BE49-F238E27FC236}">
                <a16:creationId xmlns:a16="http://schemas.microsoft.com/office/drawing/2014/main" id="{C992F3AA-2026-24C9-831B-F66B099808A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42580" y="218"/>
            <a:ext cx="4556539" cy="6858000"/>
          </a:xfrm>
          <a:custGeom>
            <a:avLst/>
            <a:gdLst>
              <a:gd name="connsiteX0" fmla="*/ 1896887 w 4542379"/>
              <a:gd name="connsiteY0" fmla="*/ 0 h 6858000"/>
              <a:gd name="connsiteX1" fmla="*/ 4542379 w 4542379"/>
              <a:gd name="connsiteY1" fmla="*/ 0 h 6858000"/>
              <a:gd name="connsiteX2" fmla="*/ 4542379 w 4542379"/>
              <a:gd name="connsiteY2" fmla="*/ 6858000 h 6858000"/>
              <a:gd name="connsiteX3" fmla="*/ 2609965 w 4542379"/>
              <a:gd name="connsiteY3" fmla="*/ 6858000 h 6858000"/>
              <a:gd name="connsiteX4" fmla="*/ 0 w 4542379"/>
              <a:gd name="connsiteY4" fmla="*/ 177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2379" h="6858000">
                <a:moveTo>
                  <a:pt x="1896887" y="0"/>
                </a:moveTo>
                <a:lnTo>
                  <a:pt x="4542379" y="0"/>
                </a:lnTo>
                <a:lnTo>
                  <a:pt x="4542379" y="6858000"/>
                </a:lnTo>
                <a:lnTo>
                  <a:pt x="2609965" y="6858000"/>
                </a:lnTo>
                <a:lnTo>
                  <a:pt x="0" y="177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3" name="1. Section Title Placeholder">
            <a:extLst>
              <a:ext uri="{FF2B5EF4-FFF2-40B4-BE49-F238E27FC236}">
                <a16:creationId xmlns:a16="http://schemas.microsoft.com/office/drawing/2014/main" id="{9AA4F300-E495-F297-DBF6-81920AD6E66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3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0801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4. Logo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5" name="1. Accent Copy Placeholder">
            <a:extLst>
              <a:ext uri="{FF2B5EF4-FFF2-40B4-BE49-F238E27FC236}">
                <a16:creationId xmlns:a16="http://schemas.microsoft.com/office/drawing/2014/main" id="{557561D6-159E-FCBC-EAD3-DCD31BFEE6F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654245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5. Logo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3" name="4. Content Placeholder (2)">
            <a:extLst>
              <a:ext uri="{FF2B5EF4-FFF2-40B4-BE49-F238E27FC236}">
                <a16:creationId xmlns:a16="http://schemas.microsoft.com/office/drawing/2014/main" id="{53C047A4-2E76-022B-2525-898053FDCC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03620" y="1310643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2920" y="1310643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262825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9. Logo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4" y="4400393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7" y="4351123"/>
            <a:ext cx="2520951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71" y="4351123"/>
            <a:ext cx="2520951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943107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13. Logo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25" name="12. Text Box Placeholder (5)">
            <a:extLst>
              <a:ext uri="{FF2B5EF4-FFF2-40B4-BE49-F238E27FC236}">
                <a16:creationId xmlns:a16="http://schemas.microsoft.com/office/drawing/2014/main" id="{5B5E5E04-BF9B-D216-4E82-268B505C77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81804" y="4184005"/>
            <a:ext cx="1897133" cy="10660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2" name="11. Content Placeholder (5)">
            <a:extLst>
              <a:ext uri="{FF2B5EF4-FFF2-40B4-BE49-F238E27FC236}">
                <a16:creationId xmlns:a16="http://schemas.microsoft.com/office/drawing/2014/main" id="{501AC7BA-028D-FEB6-5469-48EC7AAA9B8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392082" y="184935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8" name="10. Text Box Placeholder (4)">
            <a:extLst>
              <a:ext uri="{FF2B5EF4-FFF2-40B4-BE49-F238E27FC236}">
                <a16:creationId xmlns:a16="http://schemas.microsoft.com/office/drawing/2014/main" id="{2CB0A589-1B39-6BFD-833F-C261B79EAB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76756" y="4184008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7" name="9. Content Placeholder (4)">
            <a:extLst>
              <a:ext uri="{FF2B5EF4-FFF2-40B4-BE49-F238E27FC236}">
                <a16:creationId xmlns:a16="http://schemas.microsoft.com/office/drawing/2014/main" id="{8EE165B9-5F96-8B7D-65E4-952286A84550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7184553" y="1848725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4" name="8. Text Box Placeholder (3)">
            <a:extLst>
              <a:ext uri="{FF2B5EF4-FFF2-40B4-BE49-F238E27FC236}">
                <a16:creationId xmlns:a16="http://schemas.microsoft.com/office/drawing/2014/main" id="{B909112F-AF48-4EF8-641A-9B4E54BA7B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1708" y="4184008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1" name="7. Content Placeholder (3)">
            <a:extLst>
              <a:ext uri="{FF2B5EF4-FFF2-40B4-BE49-F238E27FC236}">
                <a16:creationId xmlns:a16="http://schemas.microsoft.com/office/drawing/2014/main" id="{8FD9DC28-9EA2-992D-B120-466FD3C7D2BA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977026" y="184935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9" name="6. Text Box Placeholder (2)">
            <a:extLst>
              <a:ext uri="{FF2B5EF4-FFF2-40B4-BE49-F238E27FC236}">
                <a16:creationId xmlns:a16="http://schemas.microsoft.com/office/drawing/2014/main" id="{9DD023BB-AE46-F45D-29CA-0FCB3D08B4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6660" y="4184008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6" name="5. Content Placeholder (2)">
            <a:extLst>
              <a:ext uri="{FF2B5EF4-FFF2-40B4-BE49-F238E27FC236}">
                <a16:creationId xmlns:a16="http://schemas.microsoft.com/office/drawing/2014/main" id="{ED255895-B113-E401-DA57-AF0B96D19FE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769499" y="1848725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3" name="4. Text Box Placeholder (1)">
            <a:extLst>
              <a:ext uri="{FF2B5EF4-FFF2-40B4-BE49-F238E27FC236}">
                <a16:creationId xmlns:a16="http://schemas.microsoft.com/office/drawing/2014/main" id="{DE2407FE-66CE-2109-85B0-365DE8CD24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1968" y="4183089"/>
            <a:ext cx="1896776" cy="10670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0" name="3. Content Placeholder (1)">
            <a:extLst>
              <a:ext uri="{FF2B5EF4-FFF2-40B4-BE49-F238E27FC236}">
                <a16:creationId xmlns:a16="http://schemas.microsoft.com/office/drawing/2014/main" id="{9F858169-0C65-5576-989B-052745F4C06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61971" y="1848725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135468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. Logo">
            <a:extLst>
              <a:ext uri="{FF2B5EF4-FFF2-40B4-BE49-F238E27FC236}">
                <a16:creationId xmlns:a16="http://schemas.microsoft.com/office/drawing/2014/main" id="{E1FBAEAF-9083-CEBB-9361-7C295E600C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9" name="2. Title Placeholder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FC5ECFFC-7310-131F-AEA3-3C64F04FBA5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01308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. Logo">
            <a:extLst>
              <a:ext uri="{FF2B5EF4-FFF2-40B4-BE49-F238E27FC236}">
                <a16:creationId xmlns:a16="http://schemas.microsoft.com/office/drawing/2014/main" id="{C15C8DC2-5B57-3486-68BE-A9A40B3BDF8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6" name="1. Accent Copy Placeholder">
            <a:extLst>
              <a:ext uri="{FF2B5EF4-FFF2-40B4-BE49-F238E27FC236}">
                <a16:creationId xmlns:a16="http://schemas.microsoft.com/office/drawing/2014/main" id="{94E3430F-8E1C-E744-A66D-6BBE27B5502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4003912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4. Logo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5BBFF16D-C28A-2955-58AB-9271F939F9F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806916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5. Logo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3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3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C8731F82-BFA6-B83E-1FEB-574CA6F3D2D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128994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. Logo">
            <a:extLst>
              <a:ext uri="{FF2B5EF4-FFF2-40B4-BE49-F238E27FC236}">
                <a16:creationId xmlns:a16="http://schemas.microsoft.com/office/drawing/2014/main" id="{E1FBAEAF-9083-CEBB-9361-7C295E600C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9" name="2. Title Placeholder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699918A8-23A5-FBB4-EC44-436D0872D01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5996827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. Logo">
            <a:extLst>
              <a:ext uri="{FF2B5EF4-FFF2-40B4-BE49-F238E27FC236}">
                <a16:creationId xmlns:a16="http://schemas.microsoft.com/office/drawing/2014/main" id="{C15C8DC2-5B57-3486-68BE-A9A40B3BDF8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B390F85E-8263-53C7-A6BC-129ED41190D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9297245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4. Logo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83"/>
            <a:ext cx="1954059" cy="567737"/>
          </a:xfrm>
          <a:prstGeom prst="rect">
            <a:avLst/>
          </a:prstGeom>
        </p:spPr>
      </p:pic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B413DAF2-44E4-A0EA-D0E1-6085FF53B5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3793635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 Logo">
            <a:extLst>
              <a:ext uri="{FF2B5EF4-FFF2-40B4-BE49-F238E27FC236}">
                <a16:creationId xmlns:a16="http://schemas.microsoft.com/office/drawing/2014/main" id="{DF78C408-4BFD-C04C-157F-0FF134553CC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83"/>
            <a:ext cx="1954059" cy="567737"/>
          </a:xfrm>
          <a:prstGeom prst="rect">
            <a:avLst/>
          </a:prstGeom>
        </p:spPr>
      </p:pic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3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3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3" name="1. Accent Copy Placeholder">
            <a:extLst>
              <a:ext uri="{FF2B5EF4-FFF2-40B4-BE49-F238E27FC236}">
                <a16:creationId xmlns:a16="http://schemas.microsoft.com/office/drawing/2014/main" id="{12D56AE6-DDF8-D06D-AD98-CB27BA7DE73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931325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. Logo">
            <a:extLst>
              <a:ext uri="{FF2B5EF4-FFF2-40B4-BE49-F238E27FC236}">
                <a16:creationId xmlns:a16="http://schemas.microsoft.com/office/drawing/2014/main" id="{99E0FE8C-D1D9-F6AC-9883-1142710E70F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83"/>
            <a:ext cx="1954059" cy="567737"/>
          </a:xfrm>
          <a:prstGeom prst="rect">
            <a:avLst/>
          </a:prstGeom>
        </p:spPr>
      </p:pic>
      <p:sp>
        <p:nvSpPr>
          <p:cNvPr id="9" name="2. Title Placeholder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3" name="1. Accent Copy Placeholder">
            <a:extLst>
              <a:ext uri="{FF2B5EF4-FFF2-40B4-BE49-F238E27FC236}">
                <a16:creationId xmlns:a16="http://schemas.microsoft.com/office/drawing/2014/main" id="{66BB0922-B841-CDA8-7271-0396CEBB521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8988765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2. Logo">
            <a:extLst>
              <a:ext uri="{FF2B5EF4-FFF2-40B4-BE49-F238E27FC236}">
                <a16:creationId xmlns:a16="http://schemas.microsoft.com/office/drawing/2014/main" id="{F9C64E13-1228-9124-C2B8-2476C1999F3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83"/>
            <a:ext cx="1954059" cy="567737"/>
          </a:xfrm>
          <a:prstGeom prst="rect">
            <a:avLst/>
          </a:prstGeom>
        </p:spPr>
      </p:pic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9ECFD1F5-6752-EB67-8E62-BC6AC438B96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83832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4. Logo">
            <a:extLst>
              <a:ext uri="{FF2B5EF4-FFF2-40B4-BE49-F238E27FC236}">
                <a16:creationId xmlns:a16="http://schemas.microsoft.com/office/drawing/2014/main" id="{BF90ECDB-E18A-591A-8133-2EAE6789157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617738"/>
            <a:ext cx="1954059" cy="567737"/>
          </a:xfrm>
          <a:prstGeom prst="rect">
            <a:avLst/>
          </a:prstGeom>
        </p:spPr>
      </p:pic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7"/>
            <a:ext cx="12192000" cy="300513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2" y="2059597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2" y="754228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652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4. Logo">
            <a:extLst>
              <a:ext uri="{FF2B5EF4-FFF2-40B4-BE49-F238E27FC236}">
                <a16:creationId xmlns:a16="http://schemas.microsoft.com/office/drawing/2014/main" id="{8BABB319-CCF3-55F5-FD81-6109BE7B2E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2" y="1"/>
            <a:ext cx="5784349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3" y="1603454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03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4. Logo">
            <a:extLst>
              <a:ext uri="{FF2B5EF4-FFF2-40B4-BE49-F238E27FC236}">
                <a16:creationId xmlns:a16="http://schemas.microsoft.com/office/drawing/2014/main" id="{B3A6B713-4FEB-2C71-88F3-1B300E637A9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407653" y="5787183"/>
            <a:ext cx="1954059" cy="567737"/>
          </a:xfrm>
          <a:prstGeom prst="rect">
            <a:avLst/>
          </a:prstGeom>
        </p:spPr>
      </p:pic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5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5" y="1603454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title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698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597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988CDBC-B7D2-E544-1B04-C3AFF5765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8A24989-D3F1-8739-9A56-8D6AB0619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922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0" r:id="rId2"/>
    <p:sldLayoutId id="2147483650" r:id="rId3"/>
    <p:sldLayoutId id="2147483703" r:id="rId4"/>
    <p:sldLayoutId id="2147483704" r:id="rId5"/>
    <p:sldLayoutId id="2147483654" r:id="rId6"/>
    <p:sldLayoutId id="2147483685" r:id="rId7"/>
    <p:sldLayoutId id="2147483687" r:id="rId8"/>
    <p:sldLayoutId id="2147483688" r:id="rId9"/>
    <p:sldLayoutId id="2147483691" r:id="rId10"/>
    <p:sldLayoutId id="2147483692" r:id="rId11"/>
    <p:sldLayoutId id="2147483693" r:id="rId12"/>
    <p:sldLayoutId id="2147483694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4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0" r:id="rId4"/>
    <p:sldLayoutId id="2147483705" r:id="rId5"/>
    <p:sldLayoutId id="2147483706" r:id="rId6"/>
    <p:sldLayoutId id="2147483682" r:id="rId7"/>
    <p:sldLayoutId id="2147483683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686" r:id="rId17"/>
    <p:sldLayoutId id="2147483708" r:id="rId18"/>
    <p:sldLayoutId id="2147483709" r:id="rId19"/>
    <p:sldLayoutId id="2147483707" r:id="rId20"/>
    <p:sldLayoutId id="2147483722" r:id="rId21"/>
    <p:sldLayoutId id="214748372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4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2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A616-0A91-5A9A-E32F-15F441DB3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377" y="844259"/>
            <a:ext cx="6674069" cy="2397043"/>
          </a:xfrm>
        </p:spPr>
        <p:txBody>
          <a:bodyPr/>
          <a:lstStyle/>
          <a:p>
            <a:pPr algn="ctr"/>
            <a:r>
              <a:rPr lang="en-GB"/>
              <a:t> FON Tutorial-Neuronal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4F977-DAAD-FF47-3FD5-579190CEB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377" y="3793455"/>
            <a:ext cx="6674069" cy="988641"/>
          </a:xfrm>
        </p:spPr>
        <p:txBody>
          <a:bodyPr>
            <a:noAutofit/>
          </a:bodyPr>
          <a:lstStyle/>
          <a:p>
            <a:pPr algn="ctr"/>
            <a:r>
              <a:rPr lang="en-GB"/>
              <a:t>Tutorial</a:t>
            </a:r>
          </a:p>
          <a:p>
            <a:pPr algn="ctr"/>
            <a:endParaRPr lang="en-US"/>
          </a:p>
          <a:p>
            <a:pPr algn="ctr"/>
            <a:r>
              <a:rPr lang="en-US"/>
              <a:t>Dr Li Yueming</a:t>
            </a:r>
          </a:p>
          <a:p>
            <a:pPr algn="ctr"/>
            <a:endParaRPr lang="en-US"/>
          </a:p>
        </p:txBody>
      </p:sp>
      <p:pic>
        <p:nvPicPr>
          <p:cNvPr id="7" name="Picture Placeholder 3" descr="A high angle view of a city&#10;&#10;Description automatically generated">
            <a:extLst>
              <a:ext uri="{FF2B5EF4-FFF2-40B4-BE49-F238E27FC236}">
                <a16:creationId xmlns:a16="http://schemas.microsoft.com/office/drawing/2014/main" id="{F813AF6A-9651-DAA2-42A8-8E39E70C26F8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50163" y="0"/>
            <a:ext cx="4541837" cy="6854825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402" y="5605444"/>
            <a:ext cx="1207113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6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E533-C0EA-87D7-4EBC-9E3AB5EB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1835240" cy="478155"/>
          </a:xfrm>
        </p:spPr>
        <p:txBody>
          <a:bodyPr/>
          <a:lstStyle/>
          <a:p>
            <a:r>
              <a:rPr lang="en-US"/>
              <a:t>Neuronal Circuits: From Synapses to Network 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D5E10-F2BC-FD34-436E-5265E74BE92D}"/>
              </a:ext>
            </a:extLst>
          </p:cNvPr>
          <p:cNvSpPr txBox="1"/>
          <p:nvPr/>
        </p:nvSpPr>
        <p:spPr>
          <a:xfrm>
            <a:off x="6356731" y="2317506"/>
            <a:ext cx="6096000" cy="2189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Learning outcomes:</a:t>
            </a:r>
          </a:p>
          <a:p>
            <a:pPr>
              <a:lnSpc>
                <a:spcPct val="150000"/>
              </a:lnSpc>
            </a:pPr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Recognise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excitatory and inhibitory inputs</a:t>
            </a:r>
            <a:endParaRPr lang="en-US" sz="200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Predict changes in neuronal activity</a:t>
            </a: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Understand integration, disinhibition and feedback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2E9899-1E77-37F0-3D01-9E8B51A15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8" r="1272"/>
          <a:stretch>
            <a:fillRect/>
          </a:stretch>
        </p:blipFill>
        <p:spPr>
          <a:xfrm>
            <a:off x="30969" y="1786542"/>
            <a:ext cx="6358813" cy="3826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7B446B-B82F-4A5D-D0ED-B42809A86828}"/>
              </a:ext>
            </a:extLst>
          </p:cNvPr>
          <p:cNvSpPr txBox="1"/>
          <p:nvPr/>
        </p:nvSpPr>
        <p:spPr>
          <a:xfrm>
            <a:off x="6096000" y="1253554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How do synaptic inputs shape neuronal activity?​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FF3595-C17D-33BF-5EC4-173936C28138}"/>
              </a:ext>
            </a:extLst>
          </p:cNvPr>
          <p:cNvGrpSpPr/>
          <p:nvPr/>
        </p:nvGrpSpPr>
        <p:grpSpPr>
          <a:xfrm>
            <a:off x="3485796" y="5745670"/>
            <a:ext cx="7895608" cy="664494"/>
            <a:chOff x="3210375" y="5819256"/>
            <a:chExt cx="7895608" cy="664494"/>
          </a:xfrm>
        </p:grpSpPr>
        <p:sp>
          <p:nvSpPr>
            <p:cNvPr id="9" name="圆角矩形 7">
              <a:extLst>
                <a:ext uri="{FF2B5EF4-FFF2-40B4-BE49-F238E27FC236}">
                  <a16:creationId xmlns:a16="http://schemas.microsoft.com/office/drawing/2014/main" id="{7590A2F8-C194-EBFF-9D22-26B3B12B3153}"/>
                </a:ext>
              </a:extLst>
            </p:cNvPr>
            <p:cNvSpPr/>
            <p:nvPr/>
          </p:nvSpPr>
          <p:spPr>
            <a:xfrm>
              <a:off x="3574347" y="5819256"/>
              <a:ext cx="7531635" cy="664494"/>
            </a:xfrm>
            <a:prstGeom prst="roundRect">
              <a:avLst/>
            </a:prstGeom>
            <a:solidFill>
              <a:srgbClr val="FFF3E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814068-233A-DCA1-B314-87DA8B5B29B5}"/>
                </a:ext>
              </a:extLst>
            </p:cNvPr>
            <p:cNvSpPr txBox="1"/>
            <p:nvPr/>
          </p:nvSpPr>
          <p:spPr>
            <a:xfrm>
              <a:off x="3210375" y="5880023"/>
              <a:ext cx="78956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>
                <a:buFont typeface=""/>
                <a:buNone/>
              </a:pPr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Think about relationships, not individual neurons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42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AF00-3D62-A413-6676-48CBBA72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What Controls Neuronal Activity?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B43FF-EDF2-AC71-D400-2BD2F81B90F2}"/>
              </a:ext>
            </a:extLst>
          </p:cNvPr>
          <p:cNvSpPr txBox="1"/>
          <p:nvPr/>
        </p:nvSpPr>
        <p:spPr>
          <a:xfrm>
            <a:off x="160270" y="1539361"/>
            <a:ext cx="5425282" cy="37286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 neuron's activity depends on: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1. Synaptic inputs</a:t>
            </a: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excitatory input → tends to increase activity</a:t>
            </a: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inhibitory input → tends to decrease activity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2. Intrinsic properties</a:t>
            </a: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ion channels</a:t>
            </a: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spontaneous / ongoing activity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3. Current state of the neuron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DC11E-6E59-E3B4-C4EA-54A6E038EB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79"/>
          <a:stretch>
            <a:fillRect/>
          </a:stretch>
        </p:blipFill>
        <p:spPr>
          <a:xfrm>
            <a:off x="5241670" y="1464693"/>
            <a:ext cx="6950330" cy="414289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8C158D7-C8C8-2FE9-2BDF-E060476B6F60}"/>
              </a:ext>
            </a:extLst>
          </p:cNvPr>
          <p:cNvGrpSpPr/>
          <p:nvPr/>
        </p:nvGrpSpPr>
        <p:grpSpPr>
          <a:xfrm>
            <a:off x="3437263" y="5840417"/>
            <a:ext cx="7483207" cy="622030"/>
            <a:chOff x="3437263" y="5840417"/>
            <a:chExt cx="7483207" cy="622030"/>
          </a:xfrm>
        </p:grpSpPr>
        <p:sp>
          <p:nvSpPr>
            <p:cNvPr id="8" name="圆角矩形 19">
              <a:extLst>
                <a:ext uri="{FF2B5EF4-FFF2-40B4-BE49-F238E27FC236}">
                  <a16:creationId xmlns:a16="http://schemas.microsoft.com/office/drawing/2014/main" id="{73ADDCD2-5986-B73F-1058-E6F5C310D9C9}"/>
                </a:ext>
              </a:extLst>
            </p:cNvPr>
            <p:cNvSpPr/>
            <p:nvPr/>
          </p:nvSpPr>
          <p:spPr>
            <a:xfrm>
              <a:off x="3811047" y="5840417"/>
              <a:ext cx="6468514" cy="622030"/>
            </a:xfrm>
            <a:prstGeom prst="roundRect">
              <a:avLst/>
            </a:prstGeom>
            <a:solidFill>
              <a:srgbClr val="EAF4FD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B97BC5B-0603-7F2B-4BCF-E5AF75119CF2}"/>
                </a:ext>
              </a:extLst>
            </p:cNvPr>
            <p:cNvSpPr txBox="1"/>
            <p:nvPr/>
          </p:nvSpPr>
          <p:spPr>
            <a:xfrm>
              <a:off x="3437263" y="5925861"/>
              <a:ext cx="748320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>
                <a:buFont typeface=""/>
                <a:buNone/>
              </a:pPr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Neurons are not simple ON/OFF switches.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801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69D9F-C634-3B8B-2DE7-3D07B5C0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Excitation and Inhibition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6D72D-D0A5-3E47-AEC0-78635D52AB32}"/>
              </a:ext>
            </a:extLst>
          </p:cNvPr>
          <p:cNvSpPr txBox="1"/>
          <p:nvPr/>
        </p:nvSpPr>
        <p:spPr>
          <a:xfrm>
            <a:off x="600268" y="1130960"/>
            <a:ext cx="57437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Excitatory input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Excitation → increases the probability of firing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Often associated with:</a:t>
            </a:r>
          </a:p>
          <a:p>
            <a:r>
              <a:rPr lang="en-US" b="1" err="1">
                <a:latin typeface="Arial" panose="020B0604020202020204" pitchFamily="34" charset="0"/>
                <a:cs typeface="Arial" panose="020B0604020202020204" pitchFamily="34" charset="0"/>
              </a:rPr>
              <a:t>depolarisation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 → closer to threshold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0DA65C-C2D1-3D4E-1DAF-5844BECA1D71}"/>
              </a:ext>
            </a:extLst>
          </p:cNvPr>
          <p:cNvGrpSpPr/>
          <p:nvPr/>
        </p:nvGrpSpPr>
        <p:grpSpPr>
          <a:xfrm>
            <a:off x="2758097" y="5991771"/>
            <a:ext cx="8379089" cy="642333"/>
            <a:chOff x="2788920" y="5981497"/>
            <a:chExt cx="8379089" cy="642333"/>
          </a:xfrm>
        </p:grpSpPr>
        <p:sp>
          <p:nvSpPr>
            <p:cNvPr id="12" name="圆角矩形 8">
              <a:extLst>
                <a:ext uri="{FF2B5EF4-FFF2-40B4-BE49-F238E27FC236}">
                  <a16:creationId xmlns:a16="http://schemas.microsoft.com/office/drawing/2014/main" id="{5A4BC89D-8EAE-1549-C0D0-67852F4E654B}"/>
                </a:ext>
              </a:extLst>
            </p:cNvPr>
            <p:cNvSpPr/>
            <p:nvPr/>
          </p:nvSpPr>
          <p:spPr>
            <a:xfrm>
              <a:off x="3238743" y="5981497"/>
              <a:ext cx="6891576" cy="642333"/>
            </a:xfrm>
            <a:prstGeom prst="roundRect">
              <a:avLst/>
            </a:prstGeom>
            <a:solidFill>
              <a:srgbClr val="F5EEF8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4A17B0-26A3-C296-9EAF-E5A0EEB1165A}"/>
                </a:ext>
              </a:extLst>
            </p:cNvPr>
            <p:cNvSpPr txBox="1"/>
            <p:nvPr/>
          </p:nvSpPr>
          <p:spPr>
            <a:xfrm>
              <a:off x="2788920" y="6102609"/>
              <a:ext cx="837908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>
                <a:buFont typeface=""/>
                <a:buNone/>
              </a:pP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Always identify the sign of each connection first: + or −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4C6C7A68-B7E9-5654-D86C-9D8DB5EA7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3" t="4334" r="49764" b="2743"/>
          <a:stretch>
            <a:fillRect/>
          </a:stretch>
        </p:blipFill>
        <p:spPr>
          <a:xfrm>
            <a:off x="751037" y="2331289"/>
            <a:ext cx="3481917" cy="34623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4BA0B2-48F5-8589-3F19-A2E24C6F27F1}"/>
              </a:ext>
            </a:extLst>
          </p:cNvPr>
          <p:cNvSpPr txBox="1"/>
          <p:nvPr/>
        </p:nvSpPr>
        <p:spPr>
          <a:xfrm>
            <a:off x="6704955" y="1130960"/>
            <a:ext cx="5359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Inhibitory input</a:t>
            </a:r>
          </a:p>
          <a:p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Inhibition → decreases the probability of firing</a:t>
            </a: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Often associated with:</a:t>
            </a:r>
          </a:p>
          <a:p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reduced excitability → further from firing</a:t>
            </a:r>
          </a:p>
        </p:txBody>
      </p:sp>
      <p:pic>
        <p:nvPicPr>
          <p:cNvPr id="10" name="图片 3">
            <a:extLst>
              <a:ext uri="{FF2B5EF4-FFF2-40B4-BE49-F238E27FC236}">
                <a16:creationId xmlns:a16="http://schemas.microsoft.com/office/drawing/2014/main" id="{8D1EE1DD-76C1-8993-6EBE-918A4CDDE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41" t="4334" r="1826" b="2743"/>
          <a:stretch>
            <a:fillRect/>
          </a:stretch>
        </p:blipFill>
        <p:spPr>
          <a:xfrm>
            <a:off x="7161483" y="2331289"/>
            <a:ext cx="3563310" cy="346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1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A482-CB3E-6D52-8790-ED899C13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Neurons Integrate Multiple Inputs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4D079C-0D6D-8BDD-B92D-E5F4374784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1" r="6788"/>
          <a:stretch>
            <a:fillRect/>
          </a:stretch>
        </p:blipFill>
        <p:spPr>
          <a:xfrm>
            <a:off x="6246687" y="1121542"/>
            <a:ext cx="5945313" cy="551227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F9BD36C-B2CE-E328-50B5-03A18B17023F}"/>
              </a:ext>
            </a:extLst>
          </p:cNvPr>
          <p:cNvGrpSpPr/>
          <p:nvPr/>
        </p:nvGrpSpPr>
        <p:grpSpPr>
          <a:xfrm>
            <a:off x="0" y="4715537"/>
            <a:ext cx="6650805" cy="773094"/>
            <a:chOff x="0" y="4715537"/>
            <a:chExt cx="6650805" cy="773094"/>
          </a:xfrm>
        </p:grpSpPr>
        <p:sp>
          <p:nvSpPr>
            <p:cNvPr id="5" name="圆角矩形 10">
              <a:extLst>
                <a:ext uri="{FF2B5EF4-FFF2-40B4-BE49-F238E27FC236}">
                  <a16:creationId xmlns:a16="http://schemas.microsoft.com/office/drawing/2014/main" id="{2EB6795C-F724-F6DA-2B20-2ABE19FC6809}"/>
                </a:ext>
              </a:extLst>
            </p:cNvPr>
            <p:cNvSpPr/>
            <p:nvPr/>
          </p:nvSpPr>
          <p:spPr>
            <a:xfrm>
              <a:off x="99317" y="4715537"/>
              <a:ext cx="6342580" cy="773094"/>
            </a:xfrm>
            <a:prstGeom prst="roundRect">
              <a:avLst/>
            </a:prstGeom>
            <a:solidFill>
              <a:srgbClr val="E8F8F5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0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6DC48DC-F107-5AEF-F01E-6B48376A00DD}"/>
                </a:ext>
              </a:extLst>
            </p:cNvPr>
            <p:cNvSpPr txBox="1"/>
            <p:nvPr/>
          </p:nvSpPr>
          <p:spPr>
            <a:xfrm>
              <a:off x="0" y="4780744"/>
              <a:ext cx="6650805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Ask:</a:t>
              </a:r>
            </a:p>
            <a:p>
              <a:pPr lvl="1">
                <a:buFont typeface="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What is the </a:t>
              </a: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overall influence</a:t>
              </a: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 on the target neuron?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24F8913-5D95-B12C-E39D-300273C99B9D}"/>
              </a:ext>
            </a:extLst>
          </p:cNvPr>
          <p:cNvSpPr txBox="1"/>
          <p:nvPr/>
        </p:nvSpPr>
        <p:spPr>
          <a:xfrm>
            <a:off x="150687" y="1481126"/>
            <a:ext cx="644807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Synaptic Integration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 neuron may receive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many inputs at the same time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The neuron integrates: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Excitatory influences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Inhibitory influences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Intrinsic activity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      ↓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Net effect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on firing</a:t>
            </a:r>
          </a:p>
        </p:txBody>
      </p:sp>
    </p:spTree>
    <p:extLst>
      <p:ext uri="{BB962C8B-B14F-4D97-AF65-F5344CB8AC3E}">
        <p14:creationId xmlns:p14="http://schemas.microsoft.com/office/powerpoint/2010/main" val="3754453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001D-35C5-457F-1BE1-6EE07C6C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State Matters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C5D47-665D-3C2F-0A80-66556CCE4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4" t="1765" r="4485" b="2268"/>
          <a:stretch>
            <a:fillRect/>
          </a:stretch>
        </p:blipFill>
        <p:spPr>
          <a:xfrm>
            <a:off x="6096000" y="676507"/>
            <a:ext cx="5343076" cy="510356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DFC8E8E-ED2F-3BDB-7EB4-1DDB8E133F44}"/>
              </a:ext>
            </a:extLst>
          </p:cNvPr>
          <p:cNvGrpSpPr/>
          <p:nvPr/>
        </p:nvGrpSpPr>
        <p:grpSpPr>
          <a:xfrm>
            <a:off x="958743" y="1575199"/>
            <a:ext cx="4681435" cy="3592738"/>
            <a:chOff x="958743" y="1575199"/>
            <a:chExt cx="4681435" cy="3592738"/>
          </a:xfrm>
        </p:grpSpPr>
        <p:sp>
          <p:nvSpPr>
            <p:cNvPr id="7" name="圆角矩形 7">
              <a:extLst>
                <a:ext uri="{FF2B5EF4-FFF2-40B4-BE49-F238E27FC236}">
                  <a16:creationId xmlns:a16="http://schemas.microsoft.com/office/drawing/2014/main" id="{F100B502-F1EF-AA30-81B7-C7D0D2E58F8C}"/>
                </a:ext>
              </a:extLst>
            </p:cNvPr>
            <p:cNvSpPr/>
            <p:nvPr/>
          </p:nvSpPr>
          <p:spPr>
            <a:xfrm>
              <a:off x="958743" y="1575199"/>
              <a:ext cx="3942030" cy="613198"/>
            </a:xfrm>
            <a:prstGeom prst="roundRect">
              <a:avLst/>
            </a:prstGeom>
            <a:solidFill>
              <a:srgbClr val="FFF3E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26AA68-3573-E6CE-8F68-D00D317DD5A6}"/>
                </a:ext>
              </a:extLst>
            </p:cNvPr>
            <p:cNvSpPr txBox="1"/>
            <p:nvPr/>
          </p:nvSpPr>
          <p:spPr>
            <a:xfrm>
              <a:off x="958743" y="1690062"/>
              <a:ext cx="4681435" cy="34778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Always check the starting state</a:t>
              </a:r>
            </a:p>
            <a:p>
              <a:endParaRPr lang="en-US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Is the neuron initially...</a:t>
              </a:r>
            </a:p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Inactive? </a:t>
              </a: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Or </a:t>
              </a: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already firing?</a:t>
              </a:r>
            </a:p>
            <a:p>
              <a:endParaRPr 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An input may:</a:t>
              </a:r>
            </a:p>
            <a:p>
              <a:pPr>
                <a:buFont typeface=""/>
                <a:buChar char="•"/>
              </a:pP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start</a:t>
              </a: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 activity</a:t>
              </a:r>
            </a:p>
            <a:p>
              <a:pPr>
                <a:buFont typeface=""/>
                <a:buChar char="•"/>
              </a:pP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increase</a:t>
              </a: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 activity</a:t>
              </a:r>
            </a:p>
            <a:p>
              <a:pPr>
                <a:buFont typeface=""/>
                <a:buChar char="•"/>
              </a:pP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decrease</a:t>
              </a: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 activity</a:t>
              </a:r>
            </a:p>
            <a:p>
              <a:pPr>
                <a:buFont typeface=""/>
                <a:buChar char="•"/>
              </a:pP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stop</a:t>
              </a: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 activity</a:t>
              </a:r>
            </a:p>
            <a:p>
              <a:pPr>
                <a:buFont typeface=""/>
                <a:buChar char="•"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produce </a:t>
              </a: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little obvious change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9172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6DF3-249A-FB3D-C951-EC0FC9E13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 All Synaptic Inputs Have the Same Impact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CCC40-D8DF-D43B-98B4-7AE411217FE8}"/>
              </a:ext>
            </a:extLst>
          </p:cNvPr>
          <p:cNvSpPr txBox="1"/>
          <p:nvPr/>
        </p:nvSpPr>
        <p:spPr>
          <a:xfrm>
            <a:off x="6251762" y="1859339"/>
            <a:ext cx="594023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Location matters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effect of a synaptic input depends partly on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where it arrives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General principle: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Inputs closer to the soma often have a greater influence on neuronal output.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synaptic impact also depends on:</a:t>
            </a:r>
          </a:p>
          <a:p>
            <a:pPr>
              <a:buFont typeface="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synaptic strength</a:t>
            </a:r>
          </a:p>
          <a:p>
            <a:pPr>
              <a:buFont typeface="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timing</a:t>
            </a:r>
          </a:p>
          <a:p>
            <a:pPr>
              <a:buFont typeface="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other active inputs</a:t>
            </a:r>
          </a:p>
          <a:p>
            <a:pPr>
              <a:buFont typeface="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membrane properties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E4C608-522D-F427-9F73-1A2EE70AB6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28" b="2472"/>
          <a:stretch>
            <a:fillRect/>
          </a:stretch>
        </p:blipFill>
        <p:spPr>
          <a:xfrm>
            <a:off x="120544" y="1751623"/>
            <a:ext cx="6059299" cy="35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82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E585-132A-2DF1-F79C-51D6315A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Think One Connection at a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5F419-A7DA-8460-ED6E-38A010DB304A}"/>
              </a:ext>
            </a:extLst>
          </p:cNvPr>
          <p:cNvSpPr txBox="1"/>
          <p:nvPr/>
        </p:nvSpPr>
        <p:spPr>
          <a:xfrm>
            <a:off x="188599" y="1484675"/>
            <a:ext cx="510692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Follow the pathway step by step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When one neuron changes: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Step 1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Identify its direct target.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Step 2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Is the connection excitatory or inhibitory?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Step 3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Predict the change in the target.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Step 4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Continue to the next connection.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010D0-C58A-5601-101D-DC803DCFA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7" t="9515" r="5032" b="3275"/>
          <a:stretch>
            <a:fillRect/>
          </a:stretch>
        </p:blipFill>
        <p:spPr>
          <a:xfrm>
            <a:off x="5021390" y="2407833"/>
            <a:ext cx="6982011" cy="238617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93535A4-3DBF-1274-7074-6A48F7B405D5}"/>
              </a:ext>
            </a:extLst>
          </p:cNvPr>
          <p:cNvGrpSpPr/>
          <p:nvPr/>
        </p:nvGrpSpPr>
        <p:grpSpPr>
          <a:xfrm>
            <a:off x="3000312" y="5554517"/>
            <a:ext cx="8311536" cy="662382"/>
            <a:chOff x="3000312" y="5554517"/>
            <a:chExt cx="8311536" cy="662382"/>
          </a:xfrm>
        </p:grpSpPr>
        <p:sp>
          <p:nvSpPr>
            <p:cNvPr id="8" name="圆角矩形 8">
              <a:extLst>
                <a:ext uri="{FF2B5EF4-FFF2-40B4-BE49-F238E27FC236}">
                  <a16:creationId xmlns:a16="http://schemas.microsoft.com/office/drawing/2014/main" id="{1A538C28-114F-B081-948F-B40FC4C2C2B6}"/>
                </a:ext>
              </a:extLst>
            </p:cNvPr>
            <p:cNvSpPr/>
            <p:nvPr/>
          </p:nvSpPr>
          <p:spPr>
            <a:xfrm>
              <a:off x="3355052" y="5554517"/>
              <a:ext cx="7504731" cy="662382"/>
            </a:xfrm>
            <a:prstGeom prst="roundRect">
              <a:avLst/>
            </a:prstGeom>
            <a:solidFill>
              <a:srgbClr val="F5EEF8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C61D8A-92AF-4BD2-AC23-D2768E40A237}"/>
                </a:ext>
              </a:extLst>
            </p:cNvPr>
            <p:cNvSpPr txBox="1"/>
            <p:nvPr/>
          </p:nvSpPr>
          <p:spPr>
            <a:xfrm>
              <a:off x="3000312" y="5685653"/>
              <a:ext cx="831153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>
                <a:buFont typeface=""/>
                <a:buNone/>
              </a:pP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Do not jump directly from the first neuron to the last neuron.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CC30030-8186-52ED-3A11-3A1AB44F5C0F}"/>
              </a:ext>
            </a:extLst>
          </p:cNvPr>
          <p:cNvSpPr txBox="1"/>
          <p:nvPr/>
        </p:nvSpPr>
        <p:spPr>
          <a:xfrm>
            <a:off x="5724331" y="1607910"/>
            <a:ext cx="55761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Neuron P → Neuron Q ┤ Neuron R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840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526B8-7BC9-7023-1B6E-E94A0686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Disinhibition: Inhibiting an Inhibitor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3623-127D-2CC0-55F5-D6483D25452A}"/>
              </a:ext>
            </a:extLst>
          </p:cNvPr>
          <p:cNvSpPr txBox="1"/>
          <p:nvPr/>
        </p:nvSpPr>
        <p:spPr>
          <a:xfrm>
            <a:off x="139566" y="1246306"/>
            <a:ext cx="736056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Inhibiting an inhibitory neuron can increase activity downstream.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Inhibition of inhibition → disinhibition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Visual logic: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1 ┤ 2 ┤ 3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becomes more active: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2 activity ↓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inhibition of 3 ↓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3 activity may ↑</a:t>
            </a:r>
          </a:p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7A3D22-AAF3-EE2C-640B-5CC871D5A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8" t="1304" r="1826" b="5138"/>
          <a:stretch>
            <a:fillRect/>
          </a:stretch>
        </p:blipFill>
        <p:spPr>
          <a:xfrm>
            <a:off x="4349393" y="1649781"/>
            <a:ext cx="7825483" cy="3810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4EADC5-54F7-815E-6EE1-C035E2FAB2C5}"/>
              </a:ext>
            </a:extLst>
          </p:cNvPr>
          <p:cNvSpPr txBox="1"/>
          <p:nvPr/>
        </p:nvSpPr>
        <p:spPr>
          <a:xfrm>
            <a:off x="5000946" y="5663267"/>
            <a:ext cx="7009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Disinhibition =  removal or reduction of inhibition</a:t>
            </a:r>
          </a:p>
        </p:txBody>
      </p:sp>
    </p:spTree>
    <p:extLst>
      <p:ext uri="{BB962C8B-B14F-4D97-AF65-F5344CB8AC3E}">
        <p14:creationId xmlns:p14="http://schemas.microsoft.com/office/powerpoint/2010/main" val="1868182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61B6-5F3C-A465-87E0-FDA0D9DA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Changes the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E1EF1-0B81-2D29-FF58-8B230C86C8B3}"/>
              </a:ext>
            </a:extLst>
          </p:cNvPr>
          <p:cNvSpPr txBox="1"/>
          <p:nvPr/>
        </p:nvSpPr>
        <p:spPr>
          <a:xfrm>
            <a:off x="409131" y="1443438"/>
            <a:ext cx="6096000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Feedback Circuits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Sometimes neuronal activity returns to influence an earlier part of the circuit.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Feedback can:</a:t>
            </a:r>
          </a:p>
          <a:p>
            <a:pPr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regulate network activity</a:t>
            </a:r>
          </a:p>
          <a:p>
            <a:pPr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reduce excessive activity</a:t>
            </a:r>
          </a:p>
          <a:p>
            <a:pPr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maintain or modify ongoing activity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Two useful ideas: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Feedforward: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information moves onwards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Feedback: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activity influences an earlier stage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0CEAAC-71BE-E19A-9614-17D26DC7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2" t="3937" r="2312" b="6024"/>
          <a:stretch>
            <a:fillRect/>
          </a:stretch>
        </p:blipFill>
        <p:spPr>
          <a:xfrm>
            <a:off x="6817934" y="1240358"/>
            <a:ext cx="4399856" cy="416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89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5D47E-E3F1-3423-D104-E639C53B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Circuit Analysis Toolkit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BF3E1-AD07-6FBF-86CC-708CEB262C71}"/>
              </a:ext>
            </a:extLst>
          </p:cNvPr>
          <p:cNvSpPr txBox="1"/>
          <p:nvPr/>
        </p:nvSpPr>
        <p:spPr>
          <a:xfrm>
            <a:off x="5164157" y="1185045"/>
            <a:ext cx="7027843" cy="4344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How to </a:t>
            </a:r>
            <a:r>
              <a:rPr lang="en-US" sz="2000" b="1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 a Neuronal Circuit</a:t>
            </a:r>
          </a:p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1. Check the starting state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Who is active? Who is inactive?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2. Identify each connection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Excitatory (+) or Inhibitory (−)?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3. Start with the neuron that changes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4. Follow the pathway step by step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5. Consider all relevant inputs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What is the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net effect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6. Look for indirect effects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Disinhibition? Feedback?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7. Describe a change in activity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↑ more active | ↓ less active | ↔ little/no change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9315E5-E882-5E1C-630A-011399F2EC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8" t="7292" r="1746" b="10583"/>
          <a:stretch>
            <a:fillRect/>
          </a:stretch>
        </p:blipFill>
        <p:spPr>
          <a:xfrm>
            <a:off x="0" y="1534761"/>
            <a:ext cx="4613219" cy="28638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8E0C5A-BA0F-116C-9B59-DEEA3F0BC004}"/>
              </a:ext>
            </a:extLst>
          </p:cNvPr>
          <p:cNvSpPr txBox="1"/>
          <p:nvPr/>
        </p:nvSpPr>
        <p:spPr>
          <a:xfrm>
            <a:off x="3012478" y="6148424"/>
            <a:ext cx="80014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"/>
              <a:buNone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Explain WHY — do not only state what happens.</a:t>
            </a:r>
          </a:p>
        </p:txBody>
      </p:sp>
    </p:spTree>
    <p:extLst>
      <p:ext uri="{BB962C8B-B14F-4D97-AF65-F5344CB8AC3E}">
        <p14:creationId xmlns:p14="http://schemas.microsoft.com/office/powerpoint/2010/main" val="413883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09453-1F7C-6CCC-2259-7025E2EE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A bird flying in the sky&#10;&#10;Description automatically generated">
            <a:extLst>
              <a:ext uri="{FF2B5EF4-FFF2-40B4-BE49-F238E27FC236}">
                <a16:creationId xmlns:a16="http://schemas.microsoft.com/office/drawing/2014/main" id="{A4E3A927-9D76-6E7D-6EA8-6126E632FD03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56738" y="0"/>
            <a:ext cx="4542379" cy="6858000"/>
          </a:xfr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16099D6-8BF6-D899-4B07-BEE367C217D6}"/>
              </a:ext>
            </a:extLst>
          </p:cNvPr>
          <p:cNvSpPr txBox="1">
            <a:spLocks/>
          </p:cNvSpPr>
          <p:nvPr/>
        </p:nvSpPr>
        <p:spPr>
          <a:xfrm>
            <a:off x="464251" y="658272"/>
            <a:ext cx="3160692" cy="8440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5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55750" algn="l"/>
              </a:tabLst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08928919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Theme">
  <a:themeElements>
    <a:clrScheme name="UoB Colours Dark">
      <a:dk1>
        <a:srgbClr val="000000"/>
      </a:dk1>
      <a:lt1>
        <a:srgbClr val="FFFFFF"/>
      </a:lt1>
      <a:dk2>
        <a:srgbClr val="CD9700"/>
      </a:dk2>
      <a:lt2>
        <a:srgbClr val="E30513"/>
      </a:lt2>
      <a:accent1>
        <a:srgbClr val="3AAA34"/>
      </a:accent1>
      <a:accent2>
        <a:srgbClr val="00ACA9"/>
      </a:accent2>
      <a:accent3>
        <a:srgbClr val="2481C3"/>
      </a:accent3>
      <a:accent4>
        <a:srgbClr val="5E4F9C"/>
      </a:accent4>
      <a:accent5>
        <a:srgbClr val="EA5183"/>
      </a:accent5>
      <a:accent6>
        <a:srgbClr val="F07F3C"/>
      </a:accent6>
      <a:hlink>
        <a:srgbClr val="CD9700"/>
      </a:hlink>
      <a:folHlink>
        <a:srgbClr val="58595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64563E0E-0D7E-AA4D-BFBE-8EE264B25B57}" vid="{493320C7-8D07-0B42-8D59-EBCF125169F0}"/>
    </a:ext>
  </a:extLst>
</a:theme>
</file>

<file path=ppt/theme/theme2.xml><?xml version="1.0" encoding="utf-8"?>
<a:theme xmlns:a="http://schemas.openxmlformats.org/drawingml/2006/main" name="Light Theme">
  <a:themeElements>
    <a:clrScheme name="UoB Colours Light">
      <a:dk1>
        <a:srgbClr val="000000"/>
      </a:dk1>
      <a:lt1>
        <a:srgbClr val="FFFFFF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C49900"/>
      </a:hlink>
      <a:folHlink>
        <a:srgbClr val="3C3C3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64563E0E-0D7E-AA4D-BFBE-8EE264B25B57}" vid="{0C11D688-98AA-9440-97F5-5528AEA15EEA}"/>
    </a:ext>
  </a:extLst>
</a:theme>
</file>

<file path=ppt/theme/theme3.xml><?xml version="1.0" encoding="utf-8"?>
<a:theme xmlns:a="http://schemas.openxmlformats.org/drawingml/2006/main" name="1_Light Theme">
  <a:themeElements>
    <a:clrScheme name="UoB Colours Light">
      <a:dk1>
        <a:srgbClr val="000000"/>
      </a:dk1>
      <a:lt1>
        <a:srgbClr val="FFFFFF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C49900"/>
      </a:hlink>
      <a:folHlink>
        <a:srgbClr val="3C3C3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64563E0E-0D7E-AA4D-BFBE-8EE264B25B57}" vid="{0C11D688-98AA-9440-97F5-5528AEA15EE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73F6359D7B604CAEA14136217CB54E" ma:contentTypeVersion="5" ma:contentTypeDescription="Create a new document." ma:contentTypeScope="" ma:versionID="cdf165d372f6483f71d895dac5d1f9b0">
  <xsd:schema xmlns:xsd="http://www.w3.org/2001/XMLSchema" xmlns:xs="http://www.w3.org/2001/XMLSchema" xmlns:p="http://schemas.microsoft.com/office/2006/metadata/properties" xmlns:ns2="0e34e649-a8e5-412e-b92d-382cf62ef5f9" xmlns:ns3="8134670b-a3f5-4369-881d-e06d9722a179" targetNamespace="http://schemas.microsoft.com/office/2006/metadata/properties" ma:root="true" ma:fieldsID="52f5979111634efdd37c1b1669416aa3" ns2:_="" ns3:_="">
    <xsd:import namespace="0e34e649-a8e5-412e-b92d-382cf62ef5f9"/>
    <xsd:import namespace="8134670b-a3f5-4369-881d-e06d9722a1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34e649-a8e5-412e-b92d-382cf62ef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34670b-a3f5-4369-881d-e06d9722a17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CF0076-75FB-42C1-8023-0A4465E56CE0}">
  <ds:schemaRefs>
    <ds:schemaRef ds:uri="0e34e649-a8e5-412e-b92d-382cf62ef5f9"/>
    <ds:schemaRef ds:uri="8134670b-a3f5-4369-881d-e06d9722a17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FEB96AD-99A0-45ED-B827-BCC3E4FCF4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425E88-7C68-4EAE-8276-42214E6BF34B}">
  <ds:schemaRefs>
    <ds:schemaRef ds:uri="0e34e649-a8e5-412e-b92d-382cf62ef5f9"/>
    <ds:schemaRef ds:uri="8134670b-a3f5-4369-881d-e06d9722a1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Theme</Template>
  <TotalTime>11</TotalTime>
  <Words>597</Words>
  <Application>Microsoft Macintosh PowerPoint</Application>
  <PresentationFormat>Widescreen</PresentationFormat>
  <Paragraphs>131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Times New Roman</vt:lpstr>
      <vt:lpstr>Arial</vt:lpstr>
      <vt:lpstr>Calibri</vt:lpstr>
      <vt:lpstr>Helvetica</vt:lpstr>
      <vt:lpstr>Dark Theme</vt:lpstr>
      <vt:lpstr>Light Theme</vt:lpstr>
      <vt:lpstr>1_Light Theme</vt:lpstr>
      <vt:lpstr> FON Tutorial-Neuronal Circuits</vt:lpstr>
      <vt:lpstr>Neuronal Circuits: From Synapses to Network Activity</vt:lpstr>
      <vt:lpstr>What Controls Neuronal Activity?</vt:lpstr>
      <vt:lpstr>Excitation and Inhibition</vt:lpstr>
      <vt:lpstr>Neurons Integrate Multiple Inputs</vt:lpstr>
      <vt:lpstr>Initial State Matters</vt:lpstr>
      <vt:lpstr>Not All Synaptic Inputs Have the Same Impact</vt:lpstr>
      <vt:lpstr>Think One Connection at a Time</vt:lpstr>
      <vt:lpstr>Disinhibition: Inhibiting an Inhibitor</vt:lpstr>
      <vt:lpstr>Feedback Changes the Network</vt:lpstr>
      <vt:lpstr>Your Circuit Analysis Toolkit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Pearson (Campaigns and Reputation)</dc:creator>
  <cp:lastModifiedBy>Xiyuan Chen (BSc Biomed Sci w Pharm (480))</cp:lastModifiedBy>
  <cp:revision>2</cp:revision>
  <dcterms:created xsi:type="dcterms:W3CDTF">2023-08-23T12:07:50Z</dcterms:created>
  <dcterms:modified xsi:type="dcterms:W3CDTF">2026-10-14T02:31:48Z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0x0101009073F6359D7B604CAEA14136217CB54E</vt:lpwstr>
  </property>
</Properties>
</file>