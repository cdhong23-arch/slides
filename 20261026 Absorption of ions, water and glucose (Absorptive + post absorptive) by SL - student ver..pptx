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339" r:id="rId2"/>
    <p:sldId id="342" r:id="rId3"/>
    <p:sldId id="341" r:id="rId4"/>
    <p:sldId id="343" r:id="rId5"/>
    <p:sldId id="256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79" r:id="rId24"/>
    <p:sldId id="280" r:id="rId25"/>
    <p:sldId id="281" r:id="rId26"/>
    <p:sldId id="282" r:id="rId27"/>
    <p:sldId id="283" r:id="rId28"/>
    <p:sldId id="289" r:id="rId29"/>
    <p:sldId id="290" r:id="rId30"/>
    <p:sldId id="292" r:id="rId31"/>
    <p:sldId id="295" r:id="rId32"/>
    <p:sldId id="296" r:id="rId33"/>
    <p:sldId id="297" r:id="rId34"/>
    <p:sldId id="300" r:id="rId35"/>
    <p:sldId id="302" r:id="rId36"/>
    <p:sldId id="303" r:id="rId37"/>
    <p:sldId id="304" r:id="rId38"/>
    <p:sldId id="305" r:id="rId39"/>
    <p:sldId id="307" r:id="rId40"/>
    <p:sldId id="308" r:id="rId41"/>
    <p:sldId id="309" r:id="rId42"/>
    <p:sldId id="310" r:id="rId43"/>
    <p:sldId id="311" r:id="rId44"/>
    <p:sldId id="314" r:id="rId45"/>
    <p:sldId id="315" r:id="rId46"/>
    <p:sldId id="316" r:id="rId47"/>
    <p:sldId id="317" r:id="rId48"/>
    <p:sldId id="318" r:id="rId49"/>
    <p:sldId id="319" r:id="rId50"/>
    <p:sldId id="321" r:id="rId51"/>
    <p:sldId id="322" r:id="rId52"/>
    <p:sldId id="324" r:id="rId53"/>
    <p:sldId id="325" r:id="rId54"/>
    <p:sldId id="326" r:id="rId55"/>
    <p:sldId id="327" r:id="rId56"/>
    <p:sldId id="340" r:id="rId57"/>
    <p:sldId id="328" r:id="rId58"/>
    <p:sldId id="329" r:id="rId59"/>
    <p:sldId id="332" r:id="rId60"/>
    <p:sldId id="344" r:id="rId61"/>
    <p:sldId id="336" r:id="rId6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250B5-2288-4743-B4BE-97C2FD576105}" v="55" dt="2026-10-25T10:53:37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7" autoAdjust="0"/>
    <p:restoredTop sz="72937" autoAdjust="0"/>
  </p:normalViewPr>
  <p:slideViewPr>
    <p:cSldViewPr snapToGrid="0" snapToObjects="1">
      <p:cViewPr varScale="1">
        <p:scale>
          <a:sx n="73" d="100"/>
          <a:sy n="73" d="100"/>
        </p:scale>
        <p:origin x="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yang Li (Biomedical Sciences)" userId="4cc1ef1a-8e69-45cc-9e5b-7a6a45faea93" providerId="ADAL" clId="{27ECDC03-E81B-4171-BB27-0BBEC8232E42}"/>
    <pc:docChg chg="undo custSel addSld modSld">
      <pc:chgData name="Songyang Li (Biomedical Sciences)" userId="4cc1ef1a-8e69-45cc-9e5b-7a6a45faea93" providerId="ADAL" clId="{27ECDC03-E81B-4171-BB27-0BBEC8232E42}" dt="2026-10-25T11:00:41.487" v="859" actId="368"/>
      <pc:docMkLst>
        <pc:docMk/>
      </pc:docMkLst>
      <pc:sldChg chg="modNotes">
        <pc:chgData name="Songyang Li (Biomedical Sciences)" userId="4cc1ef1a-8e69-45cc-9e5b-7a6a45faea93" providerId="ADAL" clId="{27ECDC03-E81B-4171-BB27-0BBEC8232E42}" dt="2026-10-25T11:00:40.884" v="747" actId="368"/>
        <pc:sldMkLst>
          <pc:docMk/>
          <pc:sldMk cId="0" sldId="256"/>
        </pc:sldMkLst>
      </pc:sldChg>
      <pc:sldChg chg="modNotes">
        <pc:chgData name="Songyang Li (Biomedical Sciences)" userId="4cc1ef1a-8e69-45cc-9e5b-7a6a45faea93" providerId="ADAL" clId="{27ECDC03-E81B-4171-BB27-0BBEC8232E42}" dt="2026-10-25T11:00:40.896" v="749" actId="368"/>
        <pc:sldMkLst>
          <pc:docMk/>
          <pc:sldMk cId="0" sldId="258"/>
        </pc:sldMkLst>
      </pc:sldChg>
      <pc:sldChg chg="modNotes">
        <pc:chgData name="Songyang Li (Biomedical Sciences)" userId="4cc1ef1a-8e69-45cc-9e5b-7a6a45faea93" providerId="ADAL" clId="{27ECDC03-E81B-4171-BB27-0BBEC8232E42}" dt="2026-10-25T11:00:40.907" v="751" actId="368"/>
        <pc:sldMkLst>
          <pc:docMk/>
          <pc:sldMk cId="0" sldId="260"/>
        </pc:sldMkLst>
      </pc:sldChg>
      <pc:sldChg chg="modNotes">
        <pc:chgData name="Songyang Li (Biomedical Sciences)" userId="4cc1ef1a-8e69-45cc-9e5b-7a6a45faea93" providerId="ADAL" clId="{27ECDC03-E81B-4171-BB27-0BBEC8232E42}" dt="2026-10-25T11:00:40.917" v="753" actId="368"/>
        <pc:sldMkLst>
          <pc:docMk/>
          <pc:sldMk cId="0" sldId="261"/>
        </pc:sldMkLst>
      </pc:sldChg>
      <pc:sldChg chg="modNotes">
        <pc:chgData name="Songyang Li (Biomedical Sciences)" userId="4cc1ef1a-8e69-45cc-9e5b-7a6a45faea93" providerId="ADAL" clId="{27ECDC03-E81B-4171-BB27-0BBEC8232E42}" dt="2026-10-25T11:00:40.929" v="755" actId="368"/>
        <pc:sldMkLst>
          <pc:docMk/>
          <pc:sldMk cId="0" sldId="262"/>
        </pc:sldMkLst>
      </pc:sldChg>
      <pc:sldChg chg="modNotes">
        <pc:chgData name="Songyang Li (Biomedical Sciences)" userId="4cc1ef1a-8e69-45cc-9e5b-7a6a45faea93" providerId="ADAL" clId="{27ECDC03-E81B-4171-BB27-0BBEC8232E42}" dt="2026-10-25T11:00:40.941" v="757" actId="368"/>
        <pc:sldMkLst>
          <pc:docMk/>
          <pc:sldMk cId="0" sldId="263"/>
        </pc:sldMkLst>
      </pc:sldChg>
      <pc:sldChg chg="modNotes">
        <pc:chgData name="Songyang Li (Biomedical Sciences)" userId="4cc1ef1a-8e69-45cc-9e5b-7a6a45faea93" providerId="ADAL" clId="{27ECDC03-E81B-4171-BB27-0BBEC8232E42}" dt="2026-10-25T11:00:40.951" v="759" actId="368"/>
        <pc:sldMkLst>
          <pc:docMk/>
          <pc:sldMk cId="0" sldId="264"/>
        </pc:sldMkLst>
      </pc:sldChg>
      <pc:sldChg chg="modNotes">
        <pc:chgData name="Songyang Li (Biomedical Sciences)" userId="4cc1ef1a-8e69-45cc-9e5b-7a6a45faea93" providerId="ADAL" clId="{27ECDC03-E81B-4171-BB27-0BBEC8232E42}" dt="2026-10-25T11:00:40.962" v="761" actId="368"/>
        <pc:sldMkLst>
          <pc:docMk/>
          <pc:sldMk cId="0" sldId="265"/>
        </pc:sldMkLst>
      </pc:sldChg>
      <pc:sldChg chg="modNotes">
        <pc:chgData name="Songyang Li (Biomedical Sciences)" userId="4cc1ef1a-8e69-45cc-9e5b-7a6a45faea93" providerId="ADAL" clId="{27ECDC03-E81B-4171-BB27-0BBEC8232E42}" dt="2026-10-25T11:00:40.973" v="763" actId="368"/>
        <pc:sldMkLst>
          <pc:docMk/>
          <pc:sldMk cId="0" sldId="266"/>
        </pc:sldMkLst>
      </pc:sldChg>
      <pc:sldChg chg="delSp mod modNotes">
        <pc:chgData name="Songyang Li (Biomedical Sciences)" userId="4cc1ef1a-8e69-45cc-9e5b-7a6a45faea93" providerId="ADAL" clId="{27ECDC03-E81B-4171-BB27-0BBEC8232E42}" dt="2026-10-25T11:00:40.983" v="765" actId="368"/>
        <pc:sldMkLst>
          <pc:docMk/>
          <pc:sldMk cId="0" sldId="267"/>
        </pc:sldMkLst>
        <pc:spChg chg="del">
          <ac:chgData name="Songyang Li (Biomedical Sciences)" userId="4cc1ef1a-8e69-45cc-9e5b-7a6a45faea93" providerId="ADAL" clId="{27ECDC03-E81B-4171-BB27-0BBEC8232E42}" dt="2026-10-25T10:57:56.002" v="728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 modNotes">
        <pc:chgData name="Songyang Li (Biomedical Sciences)" userId="4cc1ef1a-8e69-45cc-9e5b-7a6a45faea93" providerId="ADAL" clId="{27ECDC03-E81B-4171-BB27-0BBEC8232E42}" dt="2026-10-25T11:00:40.993" v="767" actId="368"/>
        <pc:sldMkLst>
          <pc:docMk/>
          <pc:sldMk cId="0" sldId="269"/>
        </pc:sldMkLst>
        <pc:spChg chg="del">
          <ac:chgData name="Songyang Li (Biomedical Sciences)" userId="4cc1ef1a-8e69-45cc-9e5b-7a6a45faea93" providerId="ADAL" clId="{27ECDC03-E81B-4171-BB27-0BBEC8232E42}" dt="2026-10-25T10:57:53.772" v="727" actId="478"/>
          <ac:spMkLst>
            <pc:docMk/>
            <pc:sldMk cId="0" sldId="269"/>
            <ac:spMk id="9" creationId="{00000000-0000-0000-0000-000000000000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003" v="769" actId="368"/>
        <pc:sldMkLst>
          <pc:docMk/>
          <pc:sldMk cId="0" sldId="270"/>
        </pc:sldMkLst>
      </pc:sldChg>
      <pc:sldChg chg="modNotes">
        <pc:chgData name="Songyang Li (Biomedical Sciences)" userId="4cc1ef1a-8e69-45cc-9e5b-7a6a45faea93" providerId="ADAL" clId="{27ECDC03-E81B-4171-BB27-0BBEC8232E42}" dt="2026-10-25T11:00:41.014" v="771" actId="368"/>
        <pc:sldMkLst>
          <pc:docMk/>
          <pc:sldMk cId="0" sldId="271"/>
        </pc:sldMkLst>
      </pc:sldChg>
      <pc:sldChg chg="modNotes">
        <pc:chgData name="Songyang Li (Biomedical Sciences)" userId="4cc1ef1a-8e69-45cc-9e5b-7a6a45faea93" providerId="ADAL" clId="{27ECDC03-E81B-4171-BB27-0BBEC8232E42}" dt="2026-10-25T11:00:41.024" v="773" actId="368"/>
        <pc:sldMkLst>
          <pc:docMk/>
          <pc:sldMk cId="0" sldId="272"/>
        </pc:sldMkLst>
      </pc:sldChg>
      <pc:sldChg chg="modNotes">
        <pc:chgData name="Songyang Li (Biomedical Sciences)" userId="4cc1ef1a-8e69-45cc-9e5b-7a6a45faea93" providerId="ADAL" clId="{27ECDC03-E81B-4171-BB27-0BBEC8232E42}" dt="2026-10-25T11:00:41.034" v="775" actId="368"/>
        <pc:sldMkLst>
          <pc:docMk/>
          <pc:sldMk cId="0" sldId="273"/>
        </pc:sldMkLst>
      </pc:sldChg>
      <pc:sldChg chg="delSp mod modNotes">
        <pc:chgData name="Songyang Li (Biomedical Sciences)" userId="4cc1ef1a-8e69-45cc-9e5b-7a6a45faea93" providerId="ADAL" clId="{27ECDC03-E81B-4171-BB27-0BBEC8232E42}" dt="2026-10-25T11:00:41.045" v="777" actId="368"/>
        <pc:sldMkLst>
          <pc:docMk/>
          <pc:sldMk cId="0" sldId="274"/>
        </pc:sldMkLst>
        <pc:spChg chg="del">
          <ac:chgData name="Songyang Li (Biomedical Sciences)" userId="4cc1ef1a-8e69-45cc-9e5b-7a6a45faea93" providerId="ADAL" clId="{27ECDC03-E81B-4171-BB27-0BBEC8232E42}" dt="2026-10-25T10:57:32.270" v="726" actId="478"/>
          <ac:spMkLst>
            <pc:docMk/>
            <pc:sldMk cId="0" sldId="274"/>
            <ac:spMk id="4" creationId="{00000000-0000-0000-0000-000000000000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055" v="779" actId="368"/>
        <pc:sldMkLst>
          <pc:docMk/>
          <pc:sldMk cId="0" sldId="275"/>
        </pc:sldMkLst>
      </pc:sldChg>
      <pc:sldChg chg="modNotes">
        <pc:chgData name="Songyang Li (Biomedical Sciences)" userId="4cc1ef1a-8e69-45cc-9e5b-7a6a45faea93" providerId="ADAL" clId="{27ECDC03-E81B-4171-BB27-0BBEC8232E42}" dt="2026-10-25T11:00:41.066" v="781" actId="368"/>
        <pc:sldMkLst>
          <pc:docMk/>
          <pc:sldMk cId="0" sldId="278"/>
        </pc:sldMkLst>
      </pc:sldChg>
      <pc:sldChg chg="delSp mod modNotes">
        <pc:chgData name="Songyang Li (Biomedical Sciences)" userId="4cc1ef1a-8e69-45cc-9e5b-7a6a45faea93" providerId="ADAL" clId="{27ECDC03-E81B-4171-BB27-0BBEC8232E42}" dt="2026-10-25T11:00:41.075" v="783" actId="368"/>
        <pc:sldMkLst>
          <pc:docMk/>
          <pc:sldMk cId="0" sldId="279"/>
        </pc:sldMkLst>
        <pc:spChg chg="del">
          <ac:chgData name="Songyang Li (Biomedical Sciences)" userId="4cc1ef1a-8e69-45cc-9e5b-7a6a45faea93" providerId="ADAL" clId="{27ECDC03-E81B-4171-BB27-0BBEC8232E42}" dt="2026-10-25T10:58:13.231" v="729" actId="478"/>
          <ac:spMkLst>
            <pc:docMk/>
            <pc:sldMk cId="0" sldId="279"/>
            <ac:spMk id="4" creationId="{00000000-0000-0000-0000-000000000000}"/>
          </ac:spMkLst>
        </pc:spChg>
        <pc:spChg chg="del">
          <ac:chgData name="Songyang Li (Biomedical Sciences)" userId="4cc1ef1a-8e69-45cc-9e5b-7a6a45faea93" providerId="ADAL" clId="{27ECDC03-E81B-4171-BB27-0BBEC8232E42}" dt="2026-10-25T10:58:14.673" v="730" actId="478"/>
          <ac:spMkLst>
            <pc:docMk/>
            <pc:sldMk cId="0" sldId="279"/>
            <ac:spMk id="8" creationId="{00000000-0000-0000-0000-000000000000}"/>
          </ac:spMkLst>
        </pc:spChg>
        <pc:spChg chg="del">
          <ac:chgData name="Songyang Li (Biomedical Sciences)" userId="4cc1ef1a-8e69-45cc-9e5b-7a6a45faea93" providerId="ADAL" clId="{27ECDC03-E81B-4171-BB27-0BBEC8232E42}" dt="2026-10-25T10:58:16.610" v="731" actId="478"/>
          <ac:spMkLst>
            <pc:docMk/>
            <pc:sldMk cId="0" sldId="279"/>
            <ac:spMk id="9" creationId="{00000000-0000-0000-0000-000000000000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086" v="785" actId="368"/>
        <pc:sldMkLst>
          <pc:docMk/>
          <pc:sldMk cId="0" sldId="280"/>
        </pc:sldMkLst>
      </pc:sldChg>
      <pc:sldChg chg="modNotes">
        <pc:chgData name="Songyang Li (Biomedical Sciences)" userId="4cc1ef1a-8e69-45cc-9e5b-7a6a45faea93" providerId="ADAL" clId="{27ECDC03-E81B-4171-BB27-0BBEC8232E42}" dt="2026-10-25T11:00:41.097" v="787" actId="368"/>
        <pc:sldMkLst>
          <pc:docMk/>
          <pc:sldMk cId="0" sldId="281"/>
        </pc:sldMkLst>
      </pc:sldChg>
      <pc:sldChg chg="modNotes">
        <pc:chgData name="Songyang Li (Biomedical Sciences)" userId="4cc1ef1a-8e69-45cc-9e5b-7a6a45faea93" providerId="ADAL" clId="{27ECDC03-E81B-4171-BB27-0BBEC8232E42}" dt="2026-10-25T11:00:41.107" v="789" actId="368"/>
        <pc:sldMkLst>
          <pc:docMk/>
          <pc:sldMk cId="0" sldId="282"/>
        </pc:sldMkLst>
      </pc:sldChg>
      <pc:sldChg chg="modNotes">
        <pc:chgData name="Songyang Li (Biomedical Sciences)" userId="4cc1ef1a-8e69-45cc-9e5b-7a6a45faea93" providerId="ADAL" clId="{27ECDC03-E81B-4171-BB27-0BBEC8232E42}" dt="2026-10-25T11:00:41.118" v="791" actId="368"/>
        <pc:sldMkLst>
          <pc:docMk/>
          <pc:sldMk cId="0" sldId="283"/>
        </pc:sldMkLst>
      </pc:sldChg>
      <pc:sldChg chg="modNotes">
        <pc:chgData name="Songyang Li (Biomedical Sciences)" userId="4cc1ef1a-8e69-45cc-9e5b-7a6a45faea93" providerId="ADAL" clId="{27ECDC03-E81B-4171-BB27-0BBEC8232E42}" dt="2026-10-25T11:00:41.129" v="793" actId="368"/>
        <pc:sldMkLst>
          <pc:docMk/>
          <pc:sldMk cId="0" sldId="289"/>
        </pc:sldMkLst>
      </pc:sldChg>
      <pc:sldChg chg="modNotes">
        <pc:chgData name="Songyang Li (Biomedical Sciences)" userId="4cc1ef1a-8e69-45cc-9e5b-7a6a45faea93" providerId="ADAL" clId="{27ECDC03-E81B-4171-BB27-0BBEC8232E42}" dt="2026-10-25T11:00:41.139" v="795" actId="368"/>
        <pc:sldMkLst>
          <pc:docMk/>
          <pc:sldMk cId="0" sldId="290"/>
        </pc:sldMkLst>
      </pc:sldChg>
      <pc:sldChg chg="modNotes">
        <pc:chgData name="Songyang Li (Biomedical Sciences)" userId="4cc1ef1a-8e69-45cc-9e5b-7a6a45faea93" providerId="ADAL" clId="{27ECDC03-E81B-4171-BB27-0BBEC8232E42}" dt="2026-10-25T11:00:41.150" v="797" actId="368"/>
        <pc:sldMkLst>
          <pc:docMk/>
          <pc:sldMk cId="0" sldId="292"/>
        </pc:sldMkLst>
      </pc:sldChg>
      <pc:sldChg chg="modNotes">
        <pc:chgData name="Songyang Li (Biomedical Sciences)" userId="4cc1ef1a-8e69-45cc-9e5b-7a6a45faea93" providerId="ADAL" clId="{27ECDC03-E81B-4171-BB27-0BBEC8232E42}" dt="2026-10-25T11:00:41.162" v="799" actId="368"/>
        <pc:sldMkLst>
          <pc:docMk/>
          <pc:sldMk cId="0" sldId="295"/>
        </pc:sldMkLst>
      </pc:sldChg>
      <pc:sldChg chg="modNotes">
        <pc:chgData name="Songyang Li (Biomedical Sciences)" userId="4cc1ef1a-8e69-45cc-9e5b-7a6a45faea93" providerId="ADAL" clId="{27ECDC03-E81B-4171-BB27-0BBEC8232E42}" dt="2026-10-25T11:00:41.171" v="801" actId="368"/>
        <pc:sldMkLst>
          <pc:docMk/>
          <pc:sldMk cId="0" sldId="296"/>
        </pc:sldMkLst>
      </pc:sldChg>
      <pc:sldChg chg="modNotes">
        <pc:chgData name="Songyang Li (Biomedical Sciences)" userId="4cc1ef1a-8e69-45cc-9e5b-7a6a45faea93" providerId="ADAL" clId="{27ECDC03-E81B-4171-BB27-0BBEC8232E42}" dt="2026-10-25T11:00:41.182" v="803" actId="368"/>
        <pc:sldMkLst>
          <pc:docMk/>
          <pc:sldMk cId="0" sldId="297"/>
        </pc:sldMkLst>
      </pc:sldChg>
      <pc:sldChg chg="modNotes">
        <pc:chgData name="Songyang Li (Biomedical Sciences)" userId="4cc1ef1a-8e69-45cc-9e5b-7a6a45faea93" providerId="ADAL" clId="{27ECDC03-E81B-4171-BB27-0BBEC8232E42}" dt="2026-10-25T11:00:41.193" v="805" actId="368"/>
        <pc:sldMkLst>
          <pc:docMk/>
          <pc:sldMk cId="0" sldId="300"/>
        </pc:sldMkLst>
      </pc:sldChg>
      <pc:sldChg chg="delSp mod modNotes">
        <pc:chgData name="Songyang Li (Biomedical Sciences)" userId="4cc1ef1a-8e69-45cc-9e5b-7a6a45faea93" providerId="ADAL" clId="{27ECDC03-E81B-4171-BB27-0BBEC8232E42}" dt="2026-10-25T11:00:41.202" v="807" actId="368"/>
        <pc:sldMkLst>
          <pc:docMk/>
          <pc:sldMk cId="0" sldId="302"/>
        </pc:sldMkLst>
        <pc:spChg chg="del">
          <ac:chgData name="Songyang Li (Biomedical Sciences)" userId="4cc1ef1a-8e69-45cc-9e5b-7a6a45faea93" providerId="ADAL" clId="{27ECDC03-E81B-4171-BB27-0BBEC8232E42}" dt="2026-10-25T10:58:34.777" v="732" actId="478"/>
          <ac:spMkLst>
            <pc:docMk/>
            <pc:sldMk cId="0" sldId="302"/>
            <ac:spMk id="9" creationId="{00000000-0000-0000-0000-000000000000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215" v="809" actId="368"/>
        <pc:sldMkLst>
          <pc:docMk/>
          <pc:sldMk cId="0" sldId="303"/>
        </pc:sldMkLst>
      </pc:sldChg>
      <pc:sldChg chg="modNotes">
        <pc:chgData name="Songyang Li (Biomedical Sciences)" userId="4cc1ef1a-8e69-45cc-9e5b-7a6a45faea93" providerId="ADAL" clId="{27ECDC03-E81B-4171-BB27-0BBEC8232E42}" dt="2026-10-25T11:00:41.224" v="811" actId="368"/>
        <pc:sldMkLst>
          <pc:docMk/>
          <pc:sldMk cId="0" sldId="304"/>
        </pc:sldMkLst>
      </pc:sldChg>
      <pc:sldChg chg="modNotes">
        <pc:chgData name="Songyang Li (Biomedical Sciences)" userId="4cc1ef1a-8e69-45cc-9e5b-7a6a45faea93" providerId="ADAL" clId="{27ECDC03-E81B-4171-BB27-0BBEC8232E42}" dt="2026-10-25T11:00:41.234" v="813" actId="368"/>
        <pc:sldMkLst>
          <pc:docMk/>
          <pc:sldMk cId="0" sldId="305"/>
        </pc:sldMkLst>
      </pc:sldChg>
      <pc:sldChg chg="modNotes">
        <pc:chgData name="Songyang Li (Biomedical Sciences)" userId="4cc1ef1a-8e69-45cc-9e5b-7a6a45faea93" providerId="ADAL" clId="{27ECDC03-E81B-4171-BB27-0BBEC8232E42}" dt="2026-10-25T11:00:41.244" v="815" actId="368"/>
        <pc:sldMkLst>
          <pc:docMk/>
          <pc:sldMk cId="0" sldId="307"/>
        </pc:sldMkLst>
      </pc:sldChg>
      <pc:sldChg chg="delSp mod modNotes">
        <pc:chgData name="Songyang Li (Biomedical Sciences)" userId="4cc1ef1a-8e69-45cc-9e5b-7a6a45faea93" providerId="ADAL" clId="{27ECDC03-E81B-4171-BB27-0BBEC8232E42}" dt="2026-10-25T11:00:41.255" v="817" actId="368"/>
        <pc:sldMkLst>
          <pc:docMk/>
          <pc:sldMk cId="0" sldId="308"/>
        </pc:sldMkLst>
        <pc:spChg chg="del">
          <ac:chgData name="Songyang Li (Biomedical Sciences)" userId="4cc1ef1a-8e69-45cc-9e5b-7a6a45faea93" providerId="ADAL" clId="{27ECDC03-E81B-4171-BB27-0BBEC8232E42}" dt="2026-10-25T09:48:19.963" v="663" actId="478"/>
          <ac:spMkLst>
            <pc:docMk/>
            <pc:sldMk cId="0" sldId="308"/>
            <ac:spMk id="4" creationId="{00000000-0000-0000-0000-000000000000}"/>
          </ac:spMkLst>
        </pc:spChg>
        <pc:spChg chg="del">
          <ac:chgData name="Songyang Li (Biomedical Sciences)" userId="4cc1ef1a-8e69-45cc-9e5b-7a6a45faea93" providerId="ADAL" clId="{27ECDC03-E81B-4171-BB27-0BBEC8232E42}" dt="2026-10-25T10:58:49.251" v="733" actId="478"/>
          <ac:spMkLst>
            <pc:docMk/>
            <pc:sldMk cId="0" sldId="308"/>
            <ac:spMk id="21" creationId="{00000000-0000-0000-0000-000000000000}"/>
          </ac:spMkLst>
        </pc:spChg>
        <pc:spChg chg="del">
          <ac:chgData name="Songyang Li (Biomedical Sciences)" userId="4cc1ef1a-8e69-45cc-9e5b-7a6a45faea93" providerId="ADAL" clId="{27ECDC03-E81B-4171-BB27-0BBEC8232E42}" dt="2026-10-25T10:58:51.461" v="734" actId="478"/>
          <ac:spMkLst>
            <pc:docMk/>
            <pc:sldMk cId="0" sldId="308"/>
            <ac:spMk id="22" creationId="{00000000-0000-0000-0000-000000000000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267" v="819" actId="368"/>
        <pc:sldMkLst>
          <pc:docMk/>
          <pc:sldMk cId="0" sldId="309"/>
        </pc:sldMkLst>
      </pc:sldChg>
      <pc:sldChg chg="modSp mod modNotes">
        <pc:chgData name="Songyang Li (Biomedical Sciences)" userId="4cc1ef1a-8e69-45cc-9e5b-7a6a45faea93" providerId="ADAL" clId="{27ECDC03-E81B-4171-BB27-0BBEC8232E42}" dt="2026-10-25T11:00:41.277" v="821" actId="368"/>
        <pc:sldMkLst>
          <pc:docMk/>
          <pc:sldMk cId="0" sldId="310"/>
        </pc:sldMkLst>
        <pc:spChg chg="mod">
          <ac:chgData name="Songyang Li (Biomedical Sciences)" userId="4cc1ef1a-8e69-45cc-9e5b-7a6a45faea93" providerId="ADAL" clId="{27ECDC03-E81B-4171-BB27-0BBEC8232E42}" dt="2026-10-25T10:52:08.944" v="707" actId="1076"/>
          <ac:spMkLst>
            <pc:docMk/>
            <pc:sldMk cId="0" sldId="310"/>
            <ac:spMk id="13" creationId="{059335D8-091E-8781-FFB4-F3CB29EFF875}"/>
          </ac:spMkLst>
        </pc:spChg>
      </pc:sldChg>
      <pc:sldChg chg="delSp mod modNotes">
        <pc:chgData name="Songyang Li (Biomedical Sciences)" userId="4cc1ef1a-8e69-45cc-9e5b-7a6a45faea93" providerId="ADAL" clId="{27ECDC03-E81B-4171-BB27-0BBEC8232E42}" dt="2026-10-25T11:00:41.286" v="823" actId="368"/>
        <pc:sldMkLst>
          <pc:docMk/>
          <pc:sldMk cId="0" sldId="311"/>
        </pc:sldMkLst>
        <pc:spChg chg="del">
          <ac:chgData name="Songyang Li (Biomedical Sciences)" userId="4cc1ef1a-8e69-45cc-9e5b-7a6a45faea93" providerId="ADAL" clId="{27ECDC03-E81B-4171-BB27-0BBEC8232E42}" dt="2026-10-25T10:58:59.506" v="735" actId="478"/>
          <ac:spMkLst>
            <pc:docMk/>
            <pc:sldMk cId="0" sldId="311"/>
            <ac:spMk id="48" creationId="{00000000-0000-0000-0000-000000000000}"/>
          </ac:spMkLst>
        </pc:spChg>
      </pc:sldChg>
      <pc:sldChg chg="delSp mod modNotes">
        <pc:chgData name="Songyang Li (Biomedical Sciences)" userId="4cc1ef1a-8e69-45cc-9e5b-7a6a45faea93" providerId="ADAL" clId="{27ECDC03-E81B-4171-BB27-0BBEC8232E42}" dt="2026-10-25T11:00:41.297" v="825" actId="368"/>
        <pc:sldMkLst>
          <pc:docMk/>
          <pc:sldMk cId="0" sldId="314"/>
        </pc:sldMkLst>
        <pc:spChg chg="del">
          <ac:chgData name="Songyang Li (Biomedical Sciences)" userId="4cc1ef1a-8e69-45cc-9e5b-7a6a45faea93" providerId="ADAL" clId="{27ECDC03-E81B-4171-BB27-0BBEC8232E42}" dt="2026-10-25T10:59:04.498" v="736" actId="478"/>
          <ac:spMkLst>
            <pc:docMk/>
            <pc:sldMk cId="0" sldId="314"/>
            <ac:spMk id="9" creationId="{00000000-0000-0000-0000-000000000000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307" v="827" actId="368"/>
        <pc:sldMkLst>
          <pc:docMk/>
          <pc:sldMk cId="0" sldId="315"/>
        </pc:sldMkLst>
      </pc:sldChg>
      <pc:sldChg chg="modNotes">
        <pc:chgData name="Songyang Li (Biomedical Sciences)" userId="4cc1ef1a-8e69-45cc-9e5b-7a6a45faea93" providerId="ADAL" clId="{27ECDC03-E81B-4171-BB27-0BBEC8232E42}" dt="2026-10-25T11:00:41.317" v="829" actId="368"/>
        <pc:sldMkLst>
          <pc:docMk/>
          <pc:sldMk cId="0" sldId="316"/>
        </pc:sldMkLst>
      </pc:sldChg>
      <pc:sldChg chg="modSp mod modNotes">
        <pc:chgData name="Songyang Li (Biomedical Sciences)" userId="4cc1ef1a-8e69-45cc-9e5b-7a6a45faea93" providerId="ADAL" clId="{27ECDC03-E81B-4171-BB27-0BBEC8232E42}" dt="2026-10-25T11:00:41.328" v="831" actId="368"/>
        <pc:sldMkLst>
          <pc:docMk/>
          <pc:sldMk cId="0" sldId="317"/>
        </pc:sldMkLst>
        <pc:spChg chg="mod">
          <ac:chgData name="Songyang Li (Biomedical Sciences)" userId="4cc1ef1a-8e69-45cc-9e5b-7a6a45faea93" providerId="ADAL" clId="{27ECDC03-E81B-4171-BB27-0BBEC8232E42}" dt="2026-10-25T09:59:16.252" v="677" actId="20577"/>
          <ac:spMkLst>
            <pc:docMk/>
            <pc:sldMk cId="0" sldId="317"/>
            <ac:spMk id="29" creationId="{181F2CF3-919A-E7E5-ADE0-FD76EA090ED9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338" v="833" actId="368"/>
        <pc:sldMkLst>
          <pc:docMk/>
          <pc:sldMk cId="0" sldId="318"/>
        </pc:sldMkLst>
      </pc:sldChg>
      <pc:sldChg chg="modNotes">
        <pc:chgData name="Songyang Li (Biomedical Sciences)" userId="4cc1ef1a-8e69-45cc-9e5b-7a6a45faea93" providerId="ADAL" clId="{27ECDC03-E81B-4171-BB27-0BBEC8232E42}" dt="2026-10-25T11:00:41.349" v="835" actId="368"/>
        <pc:sldMkLst>
          <pc:docMk/>
          <pc:sldMk cId="0" sldId="319"/>
        </pc:sldMkLst>
      </pc:sldChg>
      <pc:sldChg chg="modNotes">
        <pc:chgData name="Songyang Li (Biomedical Sciences)" userId="4cc1ef1a-8e69-45cc-9e5b-7a6a45faea93" providerId="ADAL" clId="{27ECDC03-E81B-4171-BB27-0BBEC8232E42}" dt="2026-10-25T11:00:41.358" v="837" actId="368"/>
        <pc:sldMkLst>
          <pc:docMk/>
          <pc:sldMk cId="0" sldId="321"/>
        </pc:sldMkLst>
      </pc:sldChg>
      <pc:sldChg chg="addSp delSp mod modNotes">
        <pc:chgData name="Songyang Li (Biomedical Sciences)" userId="4cc1ef1a-8e69-45cc-9e5b-7a6a45faea93" providerId="ADAL" clId="{27ECDC03-E81B-4171-BB27-0BBEC8232E42}" dt="2026-10-25T11:00:41.369" v="839" actId="368"/>
        <pc:sldMkLst>
          <pc:docMk/>
          <pc:sldMk cId="0" sldId="322"/>
        </pc:sldMkLst>
        <pc:spChg chg="add del">
          <ac:chgData name="Songyang Li (Biomedical Sciences)" userId="4cc1ef1a-8e69-45cc-9e5b-7a6a45faea93" providerId="ADAL" clId="{27ECDC03-E81B-4171-BB27-0BBEC8232E42}" dt="2026-10-25T10:39:26.798" v="704" actId="22"/>
          <ac:spMkLst>
            <pc:docMk/>
            <pc:sldMk cId="0" sldId="322"/>
            <ac:spMk id="11" creationId="{F95D6A87-9BDB-EEC7-556A-DC8B9535E27F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379" v="841" actId="368"/>
        <pc:sldMkLst>
          <pc:docMk/>
          <pc:sldMk cId="0" sldId="324"/>
        </pc:sldMkLst>
      </pc:sldChg>
      <pc:sldChg chg="modNotes">
        <pc:chgData name="Songyang Li (Biomedical Sciences)" userId="4cc1ef1a-8e69-45cc-9e5b-7a6a45faea93" providerId="ADAL" clId="{27ECDC03-E81B-4171-BB27-0BBEC8232E42}" dt="2026-10-25T11:00:41.392" v="843" actId="368"/>
        <pc:sldMkLst>
          <pc:docMk/>
          <pc:sldMk cId="0" sldId="325"/>
        </pc:sldMkLst>
      </pc:sldChg>
      <pc:sldChg chg="modNotes">
        <pc:chgData name="Songyang Li (Biomedical Sciences)" userId="4cc1ef1a-8e69-45cc-9e5b-7a6a45faea93" providerId="ADAL" clId="{27ECDC03-E81B-4171-BB27-0BBEC8232E42}" dt="2026-10-25T11:00:41.404" v="845" actId="368"/>
        <pc:sldMkLst>
          <pc:docMk/>
          <pc:sldMk cId="0" sldId="326"/>
        </pc:sldMkLst>
      </pc:sldChg>
      <pc:sldChg chg="modNotes">
        <pc:chgData name="Songyang Li (Biomedical Sciences)" userId="4cc1ef1a-8e69-45cc-9e5b-7a6a45faea93" providerId="ADAL" clId="{27ECDC03-E81B-4171-BB27-0BBEC8232E42}" dt="2026-10-25T11:00:41.420" v="847" actId="368"/>
        <pc:sldMkLst>
          <pc:docMk/>
          <pc:sldMk cId="0" sldId="327"/>
        </pc:sldMkLst>
      </pc:sldChg>
      <pc:sldChg chg="modSp mod modNotes modNotesTx">
        <pc:chgData name="Songyang Li (Biomedical Sciences)" userId="4cc1ef1a-8e69-45cc-9e5b-7a6a45faea93" providerId="ADAL" clId="{27ECDC03-E81B-4171-BB27-0BBEC8232E42}" dt="2026-10-25T11:00:41.441" v="851" actId="368"/>
        <pc:sldMkLst>
          <pc:docMk/>
          <pc:sldMk cId="0" sldId="328"/>
        </pc:sldMkLst>
        <pc:spChg chg="mod">
          <ac:chgData name="Songyang Li (Biomedical Sciences)" userId="4cc1ef1a-8e69-45cc-9e5b-7a6a45faea93" providerId="ADAL" clId="{27ECDC03-E81B-4171-BB27-0BBEC8232E42}" dt="2026-10-25T10:52:55.907" v="712" actId="5793"/>
          <ac:spMkLst>
            <pc:docMk/>
            <pc:sldMk cId="0" sldId="328"/>
            <ac:spMk id="10" creationId="{7259249E-CF54-1DFD-DA22-CB89D724DDF3}"/>
          </ac:spMkLst>
        </pc:spChg>
      </pc:sldChg>
      <pc:sldChg chg="delSp mod modNotes">
        <pc:chgData name="Songyang Li (Biomedical Sciences)" userId="4cc1ef1a-8e69-45cc-9e5b-7a6a45faea93" providerId="ADAL" clId="{27ECDC03-E81B-4171-BB27-0BBEC8232E42}" dt="2026-10-25T11:00:41.452" v="853" actId="368"/>
        <pc:sldMkLst>
          <pc:docMk/>
          <pc:sldMk cId="0" sldId="329"/>
        </pc:sldMkLst>
        <pc:spChg chg="del">
          <ac:chgData name="Songyang Li (Biomedical Sciences)" userId="4cc1ef1a-8e69-45cc-9e5b-7a6a45faea93" providerId="ADAL" clId="{27ECDC03-E81B-4171-BB27-0BBEC8232E42}" dt="2026-10-25T10:59:47.633" v="737" actId="478"/>
          <ac:spMkLst>
            <pc:docMk/>
            <pc:sldMk cId="0" sldId="329"/>
            <ac:spMk id="9" creationId="{00000000-0000-0000-0000-000000000000}"/>
          </ac:spMkLst>
        </pc:spChg>
      </pc:sldChg>
      <pc:sldChg chg="modSp mod modNotes">
        <pc:chgData name="Songyang Li (Biomedical Sciences)" userId="4cc1ef1a-8e69-45cc-9e5b-7a6a45faea93" providerId="ADAL" clId="{27ECDC03-E81B-4171-BB27-0BBEC8232E42}" dt="2026-10-25T11:00:41.464" v="855" actId="368"/>
        <pc:sldMkLst>
          <pc:docMk/>
          <pc:sldMk cId="0" sldId="332"/>
        </pc:sldMkLst>
        <pc:spChg chg="mod">
          <ac:chgData name="Songyang Li (Biomedical Sciences)" userId="4cc1ef1a-8e69-45cc-9e5b-7a6a45faea93" providerId="ADAL" clId="{27ECDC03-E81B-4171-BB27-0BBEC8232E42}" dt="2026-10-25T10:53:24.412" v="718" actId="403"/>
          <ac:spMkLst>
            <pc:docMk/>
            <pc:sldMk cId="0" sldId="332"/>
            <ac:spMk id="5" creationId="{00000000-0000-0000-0000-000000000000}"/>
          </ac:spMkLst>
        </pc:spChg>
      </pc:sldChg>
      <pc:sldChg chg="modNotes">
        <pc:chgData name="Songyang Li (Biomedical Sciences)" userId="4cc1ef1a-8e69-45cc-9e5b-7a6a45faea93" providerId="ADAL" clId="{27ECDC03-E81B-4171-BB27-0BBEC8232E42}" dt="2026-10-25T11:00:41.487" v="859" actId="368"/>
        <pc:sldMkLst>
          <pc:docMk/>
          <pc:sldMk cId="0" sldId="336"/>
        </pc:sldMkLst>
      </pc:sldChg>
      <pc:sldChg chg="modNotes">
        <pc:chgData name="Songyang Li (Biomedical Sciences)" userId="4cc1ef1a-8e69-45cc-9e5b-7a6a45faea93" providerId="ADAL" clId="{27ECDC03-E81B-4171-BB27-0BBEC8232E42}" dt="2026-10-25T11:00:40.842" v="739" actId="368"/>
        <pc:sldMkLst>
          <pc:docMk/>
          <pc:sldMk cId="2063773818" sldId="339"/>
        </pc:sldMkLst>
      </pc:sldChg>
      <pc:sldChg chg="modNotes">
        <pc:chgData name="Songyang Li (Biomedical Sciences)" userId="4cc1ef1a-8e69-45cc-9e5b-7a6a45faea93" providerId="ADAL" clId="{27ECDC03-E81B-4171-BB27-0BBEC8232E42}" dt="2026-10-25T11:00:41.431" v="849" actId="368"/>
        <pc:sldMkLst>
          <pc:docMk/>
          <pc:sldMk cId="3451026785" sldId="340"/>
        </pc:sldMkLst>
      </pc:sldChg>
      <pc:sldChg chg="addSp modSp new mod modNotes modNotesTx">
        <pc:chgData name="Songyang Li (Biomedical Sciences)" userId="4cc1ef1a-8e69-45cc-9e5b-7a6a45faea93" providerId="ADAL" clId="{27ECDC03-E81B-4171-BB27-0BBEC8232E42}" dt="2026-10-25T11:00:40.866" v="743" actId="368"/>
        <pc:sldMkLst>
          <pc:docMk/>
          <pc:sldMk cId="724870564" sldId="341"/>
        </pc:sldMkLst>
        <pc:spChg chg="add">
          <ac:chgData name="Songyang Li (Biomedical Sciences)" userId="4cc1ef1a-8e69-45cc-9e5b-7a6a45faea93" providerId="ADAL" clId="{27ECDC03-E81B-4171-BB27-0BBEC8232E42}" dt="2026-10-25T08:33:31.439" v="2" actId="22"/>
          <ac:spMkLst>
            <pc:docMk/>
            <pc:sldMk cId="724870564" sldId="341"/>
            <ac:spMk id="3" creationId="{4C006825-909A-30E7-6EB5-885FB38BD516}"/>
          </ac:spMkLst>
        </pc:spChg>
        <pc:spChg chg="add mod">
          <ac:chgData name="Songyang Li (Biomedical Sciences)" userId="4cc1ef1a-8e69-45cc-9e5b-7a6a45faea93" providerId="ADAL" clId="{27ECDC03-E81B-4171-BB27-0BBEC8232E42}" dt="2026-10-25T08:34:04.583" v="19" actId="1076"/>
          <ac:spMkLst>
            <pc:docMk/>
            <pc:sldMk cId="724870564" sldId="341"/>
            <ac:spMk id="5" creationId="{43AEDE83-FC4F-5031-F552-F9385A30BC2F}"/>
          </ac:spMkLst>
        </pc:spChg>
        <pc:spChg chg="add mod">
          <ac:chgData name="Songyang Li (Biomedical Sciences)" userId="4cc1ef1a-8e69-45cc-9e5b-7a6a45faea93" providerId="ADAL" clId="{27ECDC03-E81B-4171-BB27-0BBEC8232E42}" dt="2026-10-25T08:34:07.348" v="20" actId="1076"/>
          <ac:spMkLst>
            <pc:docMk/>
            <pc:sldMk cId="724870564" sldId="341"/>
            <ac:spMk id="7" creationId="{C8B0A574-5C6B-2785-8E1D-90DD156DF4FC}"/>
          </ac:spMkLst>
        </pc:spChg>
        <pc:spChg chg="add mod">
          <ac:chgData name="Songyang Li (Biomedical Sciences)" userId="4cc1ef1a-8e69-45cc-9e5b-7a6a45faea93" providerId="ADAL" clId="{27ECDC03-E81B-4171-BB27-0BBEC8232E42}" dt="2026-10-25T08:34:07.348" v="20" actId="1076"/>
          <ac:spMkLst>
            <pc:docMk/>
            <pc:sldMk cId="724870564" sldId="341"/>
            <ac:spMk id="9" creationId="{070F17C4-B226-FBA6-0D09-40FB0D4F7FC7}"/>
          </ac:spMkLst>
        </pc:spChg>
        <pc:spChg chg="add mod">
          <ac:chgData name="Songyang Li (Biomedical Sciences)" userId="4cc1ef1a-8e69-45cc-9e5b-7a6a45faea93" providerId="ADAL" clId="{27ECDC03-E81B-4171-BB27-0BBEC8232E42}" dt="2026-10-25T08:34:07.348" v="20" actId="1076"/>
          <ac:spMkLst>
            <pc:docMk/>
            <pc:sldMk cId="724870564" sldId="341"/>
            <ac:spMk id="11" creationId="{94A3098A-708B-D1DA-3909-0727297501C3}"/>
          </ac:spMkLst>
        </pc:spChg>
        <pc:spChg chg="add mod">
          <ac:chgData name="Songyang Li (Biomedical Sciences)" userId="4cc1ef1a-8e69-45cc-9e5b-7a6a45faea93" providerId="ADAL" clId="{27ECDC03-E81B-4171-BB27-0BBEC8232E42}" dt="2026-10-25T08:34:07.348" v="20" actId="1076"/>
          <ac:spMkLst>
            <pc:docMk/>
            <pc:sldMk cId="724870564" sldId="341"/>
            <ac:spMk id="13" creationId="{A04B3F16-A80C-01CD-D50D-A3172CDADC82}"/>
          </ac:spMkLst>
        </pc:spChg>
        <pc:picChg chg="add mod">
          <ac:chgData name="Songyang Li (Biomedical Sciences)" userId="4cc1ef1a-8e69-45cc-9e5b-7a6a45faea93" providerId="ADAL" clId="{27ECDC03-E81B-4171-BB27-0BBEC8232E42}" dt="2026-10-25T08:33:38.033" v="5" actId="1076"/>
          <ac:picMkLst>
            <pc:docMk/>
            <pc:sldMk cId="724870564" sldId="341"/>
            <ac:picMk id="15" creationId="{CBF14E9F-2E20-212E-E87B-8E0ACB82AAF3}"/>
          </ac:picMkLst>
        </pc:picChg>
      </pc:sldChg>
      <pc:sldChg chg="addSp modSp add mod setBg modNotes modNotesTx">
        <pc:chgData name="Songyang Li (Biomedical Sciences)" userId="4cc1ef1a-8e69-45cc-9e5b-7a6a45faea93" providerId="ADAL" clId="{27ECDC03-E81B-4171-BB27-0BBEC8232E42}" dt="2026-10-25T11:00:40.854" v="741" actId="368"/>
        <pc:sldMkLst>
          <pc:docMk/>
          <pc:sldMk cId="0" sldId="342"/>
        </pc:sldMkLst>
        <pc:spChg chg="mod">
          <ac:chgData name="Songyang Li (Biomedical Sciences)" userId="4cc1ef1a-8e69-45cc-9e5b-7a6a45faea93" providerId="ADAL" clId="{27ECDC03-E81B-4171-BB27-0BBEC8232E42}" dt="2026-10-25T08:34:18.941" v="27" actId="1076"/>
          <ac:spMkLst>
            <pc:docMk/>
            <pc:sldMk cId="0" sldId="342"/>
            <ac:spMk id="3" creationId="{00000000-0000-0000-0000-000000000000}"/>
          </ac:spMkLst>
        </pc:spChg>
        <pc:spChg chg="mod">
          <ac:chgData name="Songyang Li (Biomedical Sciences)" userId="4cc1ef1a-8e69-45cc-9e5b-7a6a45faea93" providerId="ADAL" clId="{27ECDC03-E81B-4171-BB27-0BBEC8232E42}" dt="2026-10-25T08:47:41.377" v="177" actId="1076"/>
          <ac:spMkLst>
            <pc:docMk/>
            <pc:sldMk cId="0" sldId="342"/>
            <ac:spMk id="4" creationId="{00000000-0000-0000-0000-000000000000}"/>
          </ac:spMkLst>
        </pc:spChg>
        <pc:spChg chg="mod">
          <ac:chgData name="Songyang Li (Biomedical Sciences)" userId="4cc1ef1a-8e69-45cc-9e5b-7a6a45faea93" providerId="ADAL" clId="{27ECDC03-E81B-4171-BB27-0BBEC8232E42}" dt="2026-10-25T08:47:36.656" v="174" actId="1076"/>
          <ac:spMkLst>
            <pc:docMk/>
            <pc:sldMk cId="0" sldId="342"/>
            <ac:spMk id="5" creationId="{00000000-0000-0000-0000-000000000000}"/>
          </ac:spMkLst>
        </pc:spChg>
        <pc:spChg chg="mod">
          <ac:chgData name="Songyang Li (Biomedical Sciences)" userId="4cc1ef1a-8e69-45cc-9e5b-7a6a45faea93" providerId="ADAL" clId="{27ECDC03-E81B-4171-BB27-0BBEC8232E42}" dt="2026-10-25T08:47:36.656" v="174" actId="1076"/>
          <ac:spMkLst>
            <pc:docMk/>
            <pc:sldMk cId="0" sldId="342"/>
            <ac:spMk id="6" creationId="{00000000-0000-0000-0000-000000000000}"/>
          </ac:spMkLst>
        </pc:spChg>
        <pc:spChg chg="add mod">
          <ac:chgData name="Songyang Li (Biomedical Sciences)" userId="4cc1ef1a-8e69-45cc-9e5b-7a6a45faea93" providerId="ADAL" clId="{27ECDC03-E81B-4171-BB27-0BBEC8232E42}" dt="2026-10-25T08:48:05.280" v="189" actId="114"/>
          <ac:spMkLst>
            <pc:docMk/>
            <pc:sldMk cId="0" sldId="342"/>
            <ac:spMk id="8" creationId="{83CF4C52-D69C-3F19-469F-F515A6A6547F}"/>
          </ac:spMkLst>
        </pc:spChg>
        <pc:spChg chg="add mod">
          <ac:chgData name="Songyang Li (Biomedical Sciences)" userId="4cc1ef1a-8e69-45cc-9e5b-7a6a45faea93" providerId="ADAL" clId="{27ECDC03-E81B-4171-BB27-0BBEC8232E42}" dt="2026-10-25T08:47:39.451" v="176" actId="571"/>
          <ac:spMkLst>
            <pc:docMk/>
            <pc:sldMk cId="0" sldId="342"/>
            <ac:spMk id="9" creationId="{2779EAEA-9949-5047-E032-27C66281114C}"/>
          </ac:spMkLst>
        </pc:spChg>
        <pc:picChg chg="mod">
          <ac:chgData name="Songyang Li (Biomedical Sciences)" userId="4cc1ef1a-8e69-45cc-9e5b-7a6a45faea93" providerId="ADAL" clId="{27ECDC03-E81B-4171-BB27-0BBEC8232E42}" dt="2026-10-25T08:47:23.839" v="170" actId="1076"/>
          <ac:picMkLst>
            <pc:docMk/>
            <pc:sldMk cId="0" sldId="342"/>
            <ac:picMk id="10" creationId="{EAAC6084-513E-45F8-E323-D294D475F57D}"/>
          </ac:picMkLst>
        </pc:picChg>
        <pc:picChg chg="mod">
          <ac:chgData name="Songyang Li (Biomedical Sciences)" userId="4cc1ef1a-8e69-45cc-9e5b-7a6a45faea93" providerId="ADAL" clId="{27ECDC03-E81B-4171-BB27-0BBEC8232E42}" dt="2026-10-25T08:47:29.559" v="172" actId="1076"/>
          <ac:picMkLst>
            <pc:docMk/>
            <pc:sldMk cId="0" sldId="342"/>
            <ac:picMk id="12" creationId="{B601AD0C-1728-DC33-F2CA-21698B219655}"/>
          </ac:picMkLst>
        </pc:picChg>
        <pc:picChg chg="mod">
          <ac:chgData name="Songyang Li (Biomedical Sciences)" userId="4cc1ef1a-8e69-45cc-9e5b-7a6a45faea93" providerId="ADAL" clId="{27ECDC03-E81B-4171-BB27-0BBEC8232E42}" dt="2026-10-25T08:47:43.480" v="178" actId="1076"/>
          <ac:picMkLst>
            <pc:docMk/>
            <pc:sldMk cId="0" sldId="342"/>
            <ac:picMk id="14" creationId="{86ADF1D3-24F6-8EFB-44B1-20C75FBD435F}"/>
          </ac:picMkLst>
        </pc:picChg>
        <pc:picChg chg="mod">
          <ac:chgData name="Songyang Li (Biomedical Sciences)" userId="4cc1ef1a-8e69-45cc-9e5b-7a6a45faea93" providerId="ADAL" clId="{27ECDC03-E81B-4171-BB27-0BBEC8232E42}" dt="2026-10-25T08:47:22.656" v="169" actId="1076"/>
          <ac:picMkLst>
            <pc:docMk/>
            <pc:sldMk cId="0" sldId="342"/>
            <ac:picMk id="16" creationId="{72EE0ED6-4D59-D1D7-25E6-9B226A138428}"/>
          </ac:picMkLst>
        </pc:picChg>
      </pc:sldChg>
      <pc:sldChg chg="addSp modSp new mod modNotes modNotesTx">
        <pc:chgData name="Songyang Li (Biomedical Sciences)" userId="4cc1ef1a-8e69-45cc-9e5b-7a6a45faea93" providerId="ADAL" clId="{27ECDC03-E81B-4171-BB27-0BBEC8232E42}" dt="2026-10-25T11:00:40.875" v="745" actId="368"/>
        <pc:sldMkLst>
          <pc:docMk/>
          <pc:sldMk cId="2217858706" sldId="343"/>
        </pc:sldMkLst>
        <pc:spChg chg="add">
          <ac:chgData name="Songyang Li (Biomedical Sciences)" userId="4cc1ef1a-8e69-45cc-9e5b-7a6a45faea93" providerId="ADAL" clId="{27ECDC03-E81B-4171-BB27-0BBEC8232E42}" dt="2026-10-25T08:33:46.928" v="7" actId="22"/>
          <ac:spMkLst>
            <pc:docMk/>
            <pc:sldMk cId="2217858706" sldId="343"/>
            <ac:spMk id="3" creationId="{3C0FBA86-E8D4-5A6B-2151-5AC69AF8ADE2}"/>
          </ac:spMkLst>
        </pc:spChg>
        <pc:spChg chg="add mod">
          <ac:chgData name="Songyang Li (Biomedical Sciences)" userId="4cc1ef1a-8e69-45cc-9e5b-7a6a45faea93" providerId="ADAL" clId="{27ECDC03-E81B-4171-BB27-0BBEC8232E42}" dt="2026-10-25T08:33:57.542" v="15" actId="404"/>
          <ac:spMkLst>
            <pc:docMk/>
            <pc:sldMk cId="2217858706" sldId="343"/>
            <ac:spMk id="5" creationId="{C363A0D6-1A56-F9D9-5E62-F045A7F9C7F4}"/>
          </ac:spMkLst>
        </pc:spChg>
        <pc:spChg chg="add mod">
          <ac:chgData name="Songyang Li (Biomedical Sciences)" userId="4cc1ef1a-8e69-45cc-9e5b-7a6a45faea93" providerId="ADAL" clId="{27ECDC03-E81B-4171-BB27-0BBEC8232E42}" dt="2026-10-25T08:48:27.180" v="190" actId="1076"/>
          <ac:spMkLst>
            <pc:docMk/>
            <pc:sldMk cId="2217858706" sldId="343"/>
            <ac:spMk id="7" creationId="{97742AE4-03A3-723A-3CFD-FEBB536F37C0}"/>
          </ac:spMkLst>
        </pc:spChg>
        <pc:spChg chg="add">
          <ac:chgData name="Songyang Li (Biomedical Sciences)" userId="4cc1ef1a-8e69-45cc-9e5b-7a6a45faea93" providerId="ADAL" clId="{27ECDC03-E81B-4171-BB27-0BBEC8232E42}" dt="2026-10-25T08:33:46.928" v="7" actId="22"/>
          <ac:spMkLst>
            <pc:docMk/>
            <pc:sldMk cId="2217858706" sldId="343"/>
            <ac:spMk id="9" creationId="{9D27D323-0174-B48E-4832-3787199D1E8B}"/>
          </ac:spMkLst>
        </pc:spChg>
        <pc:spChg chg="add mod">
          <ac:chgData name="Songyang Li (Biomedical Sciences)" userId="4cc1ef1a-8e69-45cc-9e5b-7a6a45faea93" providerId="ADAL" clId="{27ECDC03-E81B-4171-BB27-0BBEC8232E42}" dt="2026-10-25T08:50:19.212" v="362"/>
          <ac:spMkLst>
            <pc:docMk/>
            <pc:sldMk cId="2217858706" sldId="343"/>
            <ac:spMk id="11" creationId="{A322E086-7C5F-DBAE-EE13-8247913AEDA6}"/>
          </ac:spMkLst>
        </pc:spChg>
        <pc:spChg chg="add">
          <ac:chgData name="Songyang Li (Biomedical Sciences)" userId="4cc1ef1a-8e69-45cc-9e5b-7a6a45faea93" providerId="ADAL" clId="{27ECDC03-E81B-4171-BB27-0BBEC8232E42}" dt="2026-10-25T08:33:46.928" v="7" actId="22"/>
          <ac:spMkLst>
            <pc:docMk/>
            <pc:sldMk cId="2217858706" sldId="343"/>
            <ac:spMk id="13" creationId="{A8985299-33D8-D6F1-0491-265AE29DE91A}"/>
          </ac:spMkLst>
        </pc:spChg>
        <pc:spChg chg="add mod">
          <ac:chgData name="Songyang Li (Biomedical Sciences)" userId="4cc1ef1a-8e69-45cc-9e5b-7a6a45faea93" providerId="ADAL" clId="{27ECDC03-E81B-4171-BB27-0BBEC8232E42}" dt="2026-10-25T08:33:50.970" v="8" actId="1076"/>
          <ac:spMkLst>
            <pc:docMk/>
            <pc:sldMk cId="2217858706" sldId="343"/>
            <ac:spMk id="15" creationId="{14E84A48-D9C3-4C22-D8E1-CDA593F97334}"/>
          </ac:spMkLst>
        </pc:spChg>
        <pc:picChg chg="add mod">
          <ac:chgData name="Songyang Li (Biomedical Sciences)" userId="4cc1ef1a-8e69-45cc-9e5b-7a6a45faea93" providerId="ADAL" clId="{27ECDC03-E81B-4171-BB27-0BBEC8232E42}" dt="2026-10-25T08:51:39.832" v="437" actId="1076"/>
          <ac:picMkLst>
            <pc:docMk/>
            <pc:sldMk cId="2217858706" sldId="343"/>
            <ac:picMk id="17" creationId="{78FB4727-1B3E-6C91-2BEF-19F1EDC35FA4}"/>
          </ac:picMkLst>
        </pc:picChg>
      </pc:sldChg>
      <pc:sldChg chg="delSp modSp add mod delAnim modNotes">
        <pc:chgData name="Songyang Li (Biomedical Sciences)" userId="4cc1ef1a-8e69-45cc-9e5b-7a6a45faea93" providerId="ADAL" clId="{27ECDC03-E81B-4171-BB27-0BBEC8232E42}" dt="2026-10-25T11:00:41.474" v="857" actId="368"/>
        <pc:sldMkLst>
          <pc:docMk/>
          <pc:sldMk cId="2021890480" sldId="344"/>
        </pc:sldMkLst>
        <pc:spChg chg="mod">
          <ac:chgData name="Songyang Li (Biomedical Sciences)" userId="4cc1ef1a-8e69-45cc-9e5b-7a6a45faea93" providerId="ADAL" clId="{27ECDC03-E81B-4171-BB27-0BBEC8232E42}" dt="2026-10-25T10:53:46.102" v="725" actId="1076"/>
          <ac:spMkLst>
            <pc:docMk/>
            <pc:sldMk cId="2021890480" sldId="344"/>
            <ac:spMk id="5" creationId="{7F0B9D88-F654-CE83-DCD0-24CE40681E24}"/>
          </ac:spMkLst>
        </pc:spChg>
        <pc:spChg chg="mod">
          <ac:chgData name="Songyang Li (Biomedical Sciences)" userId="4cc1ef1a-8e69-45cc-9e5b-7a6a45faea93" providerId="ADAL" clId="{27ECDC03-E81B-4171-BB27-0BBEC8232E42}" dt="2026-10-25T10:53:46.102" v="725" actId="1076"/>
          <ac:spMkLst>
            <pc:docMk/>
            <pc:sldMk cId="2021890480" sldId="344"/>
            <ac:spMk id="6" creationId="{8085D4EB-A2EE-B2C2-7042-05008E78817B}"/>
          </ac:spMkLst>
        </pc:spChg>
        <pc:spChg chg="mod">
          <ac:chgData name="Songyang Li (Biomedical Sciences)" userId="4cc1ef1a-8e69-45cc-9e5b-7a6a45faea93" providerId="ADAL" clId="{27ECDC03-E81B-4171-BB27-0BBEC8232E42}" dt="2026-10-25T10:53:46.102" v="725" actId="1076"/>
          <ac:spMkLst>
            <pc:docMk/>
            <pc:sldMk cId="2021890480" sldId="344"/>
            <ac:spMk id="7" creationId="{B3A20451-0CFC-F77D-059B-11D7536E740C}"/>
          </ac:spMkLst>
        </pc:spChg>
        <pc:spChg chg="del">
          <ac:chgData name="Songyang Li (Biomedical Sciences)" userId="4cc1ef1a-8e69-45cc-9e5b-7a6a45faea93" providerId="ADAL" clId="{27ECDC03-E81B-4171-BB27-0BBEC8232E42}" dt="2026-10-25T10:53:39.025" v="720" actId="478"/>
          <ac:spMkLst>
            <pc:docMk/>
            <pc:sldMk cId="2021890480" sldId="344"/>
            <ac:spMk id="8" creationId="{C86A4A06-5158-6A09-61CE-50A3021FB8B0}"/>
          </ac:spMkLst>
        </pc:spChg>
        <pc:spChg chg="del mod">
          <ac:chgData name="Songyang Li (Biomedical Sciences)" userId="4cc1ef1a-8e69-45cc-9e5b-7a6a45faea93" providerId="ADAL" clId="{27ECDC03-E81B-4171-BB27-0BBEC8232E42}" dt="2026-10-25T10:53:41.713" v="724" actId="478"/>
          <ac:spMkLst>
            <pc:docMk/>
            <pc:sldMk cId="2021890480" sldId="344"/>
            <ac:spMk id="9" creationId="{F04CE161-B03F-F10D-8374-2C5AB9921B49}"/>
          </ac:spMkLst>
        </pc:spChg>
        <pc:spChg chg="del">
          <ac:chgData name="Songyang Li (Biomedical Sciences)" userId="4cc1ef1a-8e69-45cc-9e5b-7a6a45faea93" providerId="ADAL" clId="{27ECDC03-E81B-4171-BB27-0BBEC8232E42}" dt="2026-10-25T10:53:39.767" v="721" actId="478"/>
          <ac:spMkLst>
            <pc:docMk/>
            <pc:sldMk cId="2021890480" sldId="344"/>
            <ac:spMk id="10" creationId="{AE6B5DC9-28E3-A17B-55AA-C0C89E716649}"/>
          </ac:spMkLst>
        </pc:spChg>
      </pc:sldChg>
    </pc:docChg>
  </pc:docChgLst>
  <pc:docChgLst>
    <pc:chgData name="Songyang Li (Biomedical Sciences)" userId="4cc1ef1a-8e69-45cc-9e5b-7a6a45faea93" providerId="ADAL" clId="{0785D4E9-0E38-44B3-9FDE-949DEE12999B}"/>
    <pc:docChg chg="undo custSel delSld modSld sldOrd modMainMaster">
      <pc:chgData name="Songyang Li (Biomedical Sciences)" userId="4cc1ef1a-8e69-45cc-9e5b-7a6a45faea93" providerId="ADAL" clId="{0785D4E9-0E38-44B3-9FDE-949DEE12999B}" dt="2026-10-14T09:41:48.143" v="1411" actId="20577"/>
      <pc:docMkLst>
        <pc:docMk/>
      </pc:docMkLst>
      <pc:sldChg chg="addSp delSp modSp mod setBg modNotesTx">
        <pc:chgData name="Songyang Li (Biomedical Sciences)" userId="4cc1ef1a-8e69-45cc-9e5b-7a6a45faea93" providerId="ADAL" clId="{0785D4E9-0E38-44B3-9FDE-949DEE12999B}" dt="2026-10-12T09:01:21.019" v="33" actId="20577"/>
        <pc:sldMkLst>
          <pc:docMk/>
          <pc:sldMk cId="0" sldId="256"/>
        </pc:sldMkLst>
        <pc:spChg chg="add del mod">
          <ac:chgData name="Songyang Li (Biomedical Sciences)" userId="4cc1ef1a-8e69-45cc-9e5b-7a6a45faea93" providerId="ADAL" clId="{0785D4E9-0E38-44B3-9FDE-949DEE12999B}" dt="2026-10-12T09:00:11.428" v="27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00:15.161" v="31" actId="27636"/>
          <ac:spMkLst>
            <pc:docMk/>
            <pc:sldMk cId="0" sldId="256"/>
            <ac:spMk id="5" creationId="{00000000-0000-0000-0000-000000000000}"/>
          </ac:spMkLst>
        </pc:spChg>
        <pc:picChg chg="add mod">
          <ac:chgData name="Songyang Li (Biomedical Sciences)" userId="4cc1ef1a-8e69-45cc-9e5b-7a6a45faea93" providerId="ADAL" clId="{0785D4E9-0E38-44B3-9FDE-949DEE12999B}" dt="2026-10-12T09:00:02.778" v="22" actId="1076"/>
          <ac:picMkLst>
            <pc:docMk/>
            <pc:sldMk cId="0" sldId="256"/>
            <ac:picMk id="6" creationId="{9A5BDE36-2B83-FFD7-6402-43AC1D74FE50}"/>
          </ac:picMkLst>
        </pc:picChg>
      </pc:sldChg>
      <pc:sldChg chg="delSp modSp mod setBg modNotesTx">
        <pc:chgData name="Songyang Li (Biomedical Sciences)" userId="4cc1ef1a-8e69-45cc-9e5b-7a6a45faea93" providerId="ADAL" clId="{0785D4E9-0E38-44B3-9FDE-949DEE12999B}" dt="2026-10-12T09:03:01.779" v="42" actId="20577"/>
        <pc:sldMkLst>
          <pc:docMk/>
          <pc:sldMk cId="0" sldId="258"/>
        </pc:sldMkLst>
        <pc:spChg chg="mod">
          <ac:chgData name="Songyang Li (Biomedical Sciences)" userId="4cc1ef1a-8e69-45cc-9e5b-7a6a45faea93" providerId="ADAL" clId="{0785D4E9-0E38-44B3-9FDE-949DEE12999B}" dt="2026-10-12T09:01:32.340" v="36" actId="1076"/>
          <ac:spMkLst>
            <pc:docMk/>
            <pc:sldMk cId="0" sldId="258"/>
            <ac:spMk id="5" creationId="{00000000-0000-0000-0000-000000000000}"/>
          </ac:spMkLst>
        </pc:spChg>
      </pc:sldChg>
      <pc:sldChg chg="delSp mod setBg modNotesTx">
        <pc:chgData name="Songyang Li (Biomedical Sciences)" userId="4cc1ef1a-8e69-45cc-9e5b-7a6a45faea93" providerId="ADAL" clId="{0785D4E9-0E38-44B3-9FDE-949DEE12999B}" dt="2026-10-12T09:06:11.881" v="47" actId="478"/>
        <pc:sldMkLst>
          <pc:docMk/>
          <pc:sldMk cId="0" sldId="260"/>
        </pc:sldMkLst>
      </pc:sldChg>
      <pc:sldChg chg="delSp mod setBg modNotesTx">
        <pc:chgData name="Songyang Li (Biomedical Sciences)" userId="4cc1ef1a-8e69-45cc-9e5b-7a6a45faea93" providerId="ADAL" clId="{0785D4E9-0E38-44B3-9FDE-949DEE12999B}" dt="2026-10-12T09:07:15.209" v="54" actId="20577"/>
        <pc:sldMkLst>
          <pc:docMk/>
          <pc:sldMk cId="0" sldId="261"/>
        </pc:sldMkLst>
      </pc:sldChg>
      <pc:sldChg chg="delSp mod setBg modNotesTx">
        <pc:chgData name="Songyang Li (Biomedical Sciences)" userId="4cc1ef1a-8e69-45cc-9e5b-7a6a45faea93" providerId="ADAL" clId="{0785D4E9-0E38-44B3-9FDE-949DEE12999B}" dt="2026-10-12T09:09:03.260" v="57" actId="20577"/>
        <pc:sldMkLst>
          <pc:docMk/>
          <pc:sldMk cId="0" sldId="262"/>
        </pc:sldMkLst>
      </pc:sldChg>
      <pc:sldChg chg="addSp delSp modSp mod setBg modNotesTx">
        <pc:chgData name="Songyang Li (Biomedical Sciences)" userId="4cc1ef1a-8e69-45cc-9e5b-7a6a45faea93" providerId="ADAL" clId="{0785D4E9-0E38-44B3-9FDE-949DEE12999B}" dt="2026-10-12T09:20:58.071" v="249" actId="20577"/>
        <pc:sldMkLst>
          <pc:docMk/>
          <pc:sldMk cId="0" sldId="263"/>
        </pc:sldMkLst>
        <pc:spChg chg="mod">
          <ac:chgData name="Songyang Li (Biomedical Sciences)" userId="4cc1ef1a-8e69-45cc-9e5b-7a6a45faea93" providerId="ADAL" clId="{0785D4E9-0E38-44B3-9FDE-949DEE12999B}" dt="2026-10-12T09:14:18.365" v="154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14:16.349" v="149" actId="14100"/>
          <ac:spMkLst>
            <pc:docMk/>
            <pc:sldMk cId="0" sldId="263"/>
            <ac:spMk id="5" creationId="{00000000-0000-0000-0000-000000000000}"/>
          </ac:spMkLst>
        </pc:spChg>
        <pc:picChg chg="mod modCrop">
          <ac:chgData name="Songyang Li (Biomedical Sciences)" userId="4cc1ef1a-8e69-45cc-9e5b-7a6a45faea93" providerId="ADAL" clId="{0785D4E9-0E38-44B3-9FDE-949DEE12999B}" dt="2026-10-12T09:14:28.214" v="160" actId="732"/>
          <ac:picMkLst>
            <pc:docMk/>
            <pc:sldMk cId="0" sldId="263"/>
            <ac:picMk id="13" creationId="{2E1382AE-2CAC-8D4A-47A2-3F3A972A57C7}"/>
          </ac:picMkLst>
        </pc:picChg>
      </pc:sldChg>
      <pc:sldChg chg="addSp delSp modSp mod setBg modNotesTx">
        <pc:chgData name="Songyang Li (Biomedical Sciences)" userId="4cc1ef1a-8e69-45cc-9e5b-7a6a45faea93" providerId="ADAL" clId="{0785D4E9-0E38-44B3-9FDE-949DEE12999B}" dt="2026-10-12T09:26:39.389" v="324" actId="20577"/>
        <pc:sldMkLst>
          <pc:docMk/>
          <pc:sldMk cId="0" sldId="264"/>
        </pc:sldMkLst>
        <pc:spChg chg="mod">
          <ac:chgData name="Songyang Li (Biomedical Sciences)" userId="4cc1ef1a-8e69-45cc-9e5b-7a6a45faea93" providerId="ADAL" clId="{0785D4E9-0E38-44B3-9FDE-949DEE12999B}" dt="2026-10-12T09:15:07.406" v="173" actId="20577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Songyang Li (Biomedical Sciences)" userId="4cc1ef1a-8e69-45cc-9e5b-7a6a45faea93" providerId="ADAL" clId="{0785D4E9-0E38-44B3-9FDE-949DEE12999B}" dt="2026-10-12T09:14:54.055" v="163" actId="1076"/>
          <ac:picMkLst>
            <pc:docMk/>
            <pc:sldMk cId="0" sldId="264"/>
            <ac:picMk id="6" creationId="{91B66855-9731-B3E8-8057-4EDC877D39A1}"/>
          </ac:picMkLst>
        </pc:picChg>
      </pc:sldChg>
      <pc:sldChg chg="addSp delSp modSp mod setBg modNotesTx">
        <pc:chgData name="Songyang Li (Biomedical Sciences)" userId="4cc1ef1a-8e69-45cc-9e5b-7a6a45faea93" providerId="ADAL" clId="{0785D4E9-0E38-44B3-9FDE-949DEE12999B}" dt="2026-10-12T09:28:59.129" v="432" actId="20577"/>
        <pc:sldMkLst>
          <pc:docMk/>
          <pc:sldMk cId="0" sldId="265"/>
        </pc:sldMkLst>
        <pc:spChg chg="add mod">
          <ac:chgData name="Songyang Li (Biomedical Sciences)" userId="4cc1ef1a-8e69-45cc-9e5b-7a6a45faea93" providerId="ADAL" clId="{0785D4E9-0E38-44B3-9FDE-949DEE12999B}" dt="2026-10-12T09:27:06.160" v="329" actId="1582"/>
          <ac:spMkLst>
            <pc:docMk/>
            <pc:sldMk cId="0" sldId="265"/>
            <ac:spMk id="6" creationId="{1B93349F-FD7B-32D8-6F9C-BDC58D714B3F}"/>
          </ac:spMkLst>
        </pc:spChg>
        <pc:spChg chg="add mod">
          <ac:chgData name="Songyang Li (Biomedical Sciences)" userId="4cc1ef1a-8e69-45cc-9e5b-7a6a45faea93" providerId="ADAL" clId="{0785D4E9-0E38-44B3-9FDE-949DEE12999B}" dt="2026-10-12T09:27:14.333" v="331" actId="1076"/>
          <ac:spMkLst>
            <pc:docMk/>
            <pc:sldMk cId="0" sldId="265"/>
            <ac:spMk id="10" creationId="{60505DE4-9932-A650-FEF0-072E9662A9FE}"/>
          </ac:spMkLst>
        </pc:spChg>
        <pc:picChg chg="mod">
          <ac:chgData name="Songyang Li (Biomedical Sciences)" userId="4cc1ef1a-8e69-45cc-9e5b-7a6a45faea93" providerId="ADAL" clId="{0785D4E9-0E38-44B3-9FDE-949DEE12999B}" dt="2026-10-12T09:27:16.797" v="332" actId="1076"/>
          <ac:picMkLst>
            <pc:docMk/>
            <pc:sldMk cId="0" sldId="265"/>
            <ac:picMk id="11" creationId="{0DCFAC25-8397-76DC-6BF1-D9ED03676789}"/>
          </ac:picMkLst>
        </pc:picChg>
      </pc:sldChg>
      <pc:sldChg chg="delSp modSp mod setBg modNotesTx">
        <pc:chgData name="Songyang Li (Biomedical Sciences)" userId="4cc1ef1a-8e69-45cc-9e5b-7a6a45faea93" providerId="ADAL" clId="{0785D4E9-0E38-44B3-9FDE-949DEE12999B}" dt="2026-10-12T09:37:44.645" v="707" actId="20577"/>
        <pc:sldMkLst>
          <pc:docMk/>
          <pc:sldMk cId="0" sldId="266"/>
        </pc:sldMkLst>
        <pc:spChg chg="mod">
          <ac:chgData name="Songyang Li (Biomedical Sciences)" userId="4cc1ef1a-8e69-45cc-9e5b-7a6a45faea93" providerId="ADAL" clId="{0785D4E9-0E38-44B3-9FDE-949DEE12999B}" dt="2026-10-12T09:29:29.412" v="439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29:27.706" v="438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29:27.706" v="438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29:27.706" v="438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29:27.706" v="438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35:19.228" v="457" actId="207"/>
          <ac:spMkLst>
            <pc:docMk/>
            <pc:sldMk cId="0" sldId="266"/>
            <ac:spMk id="9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29:27.706" v="438" actId="1076"/>
          <ac:spMkLst>
            <pc:docMk/>
            <pc:sldMk cId="0" sldId="266"/>
            <ac:spMk id="10" creationId="{00000000-0000-0000-0000-000000000000}"/>
          </ac:spMkLst>
        </pc:spChg>
        <pc:picChg chg="mod">
          <ac:chgData name="Songyang Li (Biomedical Sciences)" userId="4cc1ef1a-8e69-45cc-9e5b-7a6a45faea93" providerId="ADAL" clId="{0785D4E9-0E38-44B3-9FDE-949DEE12999B}" dt="2026-10-12T09:29:34.986" v="444" actId="1076"/>
          <ac:picMkLst>
            <pc:docMk/>
            <pc:sldMk cId="0" sldId="266"/>
            <ac:picMk id="16" creationId="{8B13AF98-70CA-DA81-E9C2-2774429005F5}"/>
          </ac:picMkLst>
        </pc:picChg>
      </pc:sldChg>
      <pc:sldChg chg="addSp delSp modSp mod setBg modNotesTx">
        <pc:chgData name="Songyang Li (Biomedical Sciences)" userId="4cc1ef1a-8e69-45cc-9e5b-7a6a45faea93" providerId="ADAL" clId="{0785D4E9-0E38-44B3-9FDE-949DEE12999B}" dt="2026-10-13T02:42:29.360" v="748" actId="478"/>
        <pc:sldMkLst>
          <pc:docMk/>
          <pc:sldMk cId="0" sldId="267"/>
        </pc:sldMkLst>
        <pc:spChg chg="add mod">
          <ac:chgData name="Songyang Li (Biomedical Sciences)" userId="4cc1ef1a-8e69-45cc-9e5b-7a6a45faea93" providerId="ADAL" clId="{0785D4E9-0E38-44B3-9FDE-949DEE12999B}" dt="2026-10-13T02:35:00.367" v="727" actId="14100"/>
          <ac:spMkLst>
            <pc:docMk/>
            <pc:sldMk cId="0" sldId="267"/>
            <ac:spMk id="19" creationId="{A3B80974-6092-8A64-CC09-8F84EA447169}"/>
          </ac:spMkLst>
        </pc:spChg>
        <pc:spChg chg="add mod">
          <ac:chgData name="Songyang Li (Biomedical Sciences)" userId="4cc1ef1a-8e69-45cc-9e5b-7a6a45faea93" providerId="ADAL" clId="{0785D4E9-0E38-44B3-9FDE-949DEE12999B}" dt="2026-10-13T02:35:28.760" v="740" actId="20577"/>
          <ac:spMkLst>
            <pc:docMk/>
            <pc:sldMk cId="0" sldId="267"/>
            <ac:spMk id="23" creationId="{116A8D70-159C-C489-8023-EDD1CEE45B99}"/>
          </ac:spMkLst>
        </pc:spChg>
      </pc:sldChg>
      <pc:sldChg chg="delSp mod setBg modNotesTx">
        <pc:chgData name="Songyang Li (Biomedical Sciences)" userId="4cc1ef1a-8e69-45cc-9e5b-7a6a45faea93" providerId="ADAL" clId="{0785D4E9-0E38-44B3-9FDE-949DEE12999B}" dt="2026-10-13T02:42:21.237" v="747" actId="478"/>
        <pc:sldMkLst>
          <pc:docMk/>
          <pc:sldMk cId="0" sldId="269"/>
        </pc:sldMkLst>
      </pc:sldChg>
      <pc:sldChg chg="addSp delSp modSp mod setBg modAnim modNotesTx">
        <pc:chgData name="Songyang Li (Biomedical Sciences)" userId="4cc1ef1a-8e69-45cc-9e5b-7a6a45faea93" providerId="ADAL" clId="{0785D4E9-0E38-44B3-9FDE-949DEE12999B}" dt="2026-10-13T06:33:40.216" v="1385"/>
        <pc:sldMkLst>
          <pc:docMk/>
          <pc:sldMk cId="0" sldId="270"/>
        </pc:sldMkLst>
        <pc:spChg chg="mod">
          <ac:chgData name="Songyang Li (Biomedical Sciences)" userId="4cc1ef1a-8e69-45cc-9e5b-7a6a45faea93" providerId="ADAL" clId="{0785D4E9-0E38-44B3-9FDE-949DEE12999B}" dt="2026-10-12T09:29:54.869" v="448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2T09:29:57.254" v="449" actId="207"/>
          <ac:spMkLst>
            <pc:docMk/>
            <pc:sldMk cId="0" sldId="270"/>
            <ac:spMk id="10" creationId="{85645415-7BE6-95C7-8AC2-325A4675EBF5}"/>
          </ac:spMkLst>
        </pc:spChg>
        <pc:picChg chg="add mod">
          <ac:chgData name="Songyang Li (Biomedical Sciences)" userId="4cc1ef1a-8e69-45cc-9e5b-7a6a45faea93" providerId="ADAL" clId="{0785D4E9-0E38-44B3-9FDE-949DEE12999B}" dt="2026-10-13T02:43:03.833" v="751" actId="1076"/>
          <ac:picMkLst>
            <pc:docMk/>
            <pc:sldMk cId="0" sldId="270"/>
            <ac:picMk id="6" creationId="{1B65243E-F672-F035-B570-59E8EBDC88A1}"/>
          </ac:picMkLst>
        </pc:picChg>
        <pc:picChg chg="mod">
          <ac:chgData name="Songyang Li (Biomedical Sciences)" userId="4cc1ef1a-8e69-45cc-9e5b-7a6a45faea93" providerId="ADAL" clId="{0785D4E9-0E38-44B3-9FDE-949DEE12999B}" dt="2026-10-12T09:29:59.483" v="450" actId="1076"/>
          <ac:picMkLst>
            <pc:docMk/>
            <pc:sldMk cId="0" sldId="270"/>
            <ac:picMk id="12" creationId="{7E585468-F98F-A299-F1BD-68788E4AC847}"/>
          </ac:picMkLst>
        </pc:picChg>
      </pc:sldChg>
      <pc:sldChg chg="delSp mod setBg modNotesTx">
        <pc:chgData name="Songyang Li (Biomedical Sciences)" userId="4cc1ef1a-8e69-45cc-9e5b-7a6a45faea93" providerId="ADAL" clId="{0785D4E9-0E38-44B3-9FDE-949DEE12999B}" dt="2026-10-13T02:44:31.939" v="757" actId="20577"/>
        <pc:sldMkLst>
          <pc:docMk/>
          <pc:sldMk cId="0" sldId="271"/>
        </pc:sldMkLst>
      </pc:sldChg>
      <pc:sldChg chg="delSp modSp mod setBg modNotesTx">
        <pc:chgData name="Songyang Li (Biomedical Sciences)" userId="4cc1ef1a-8e69-45cc-9e5b-7a6a45faea93" providerId="ADAL" clId="{0785D4E9-0E38-44B3-9FDE-949DEE12999B}" dt="2026-10-13T02:48:18.831" v="871" actId="20577"/>
        <pc:sldMkLst>
          <pc:docMk/>
          <pc:sldMk cId="0" sldId="272"/>
        </pc:sldMkLst>
        <pc:spChg chg="mod">
          <ac:chgData name="Songyang Li (Biomedical Sciences)" userId="4cc1ef1a-8e69-45cc-9e5b-7a6a45faea93" providerId="ADAL" clId="{0785D4E9-0E38-44B3-9FDE-949DEE12999B}" dt="2026-10-13T02:48:09.266" v="867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2:48:01.794" v="866" actId="14100"/>
          <ac:spMkLst>
            <pc:docMk/>
            <pc:sldMk cId="0" sldId="272"/>
            <ac:spMk id="5" creationId="{00000000-0000-0000-0000-000000000000}"/>
          </ac:spMkLst>
        </pc:spChg>
      </pc:sldChg>
      <pc:sldChg chg="addSp delSp modSp mod setBg">
        <pc:chgData name="Songyang Li (Biomedical Sciences)" userId="4cc1ef1a-8e69-45cc-9e5b-7a6a45faea93" providerId="ADAL" clId="{0785D4E9-0E38-44B3-9FDE-949DEE12999B}" dt="2026-10-13T02:50:26.837" v="880" actId="113"/>
        <pc:sldMkLst>
          <pc:docMk/>
          <pc:sldMk cId="0" sldId="273"/>
        </pc:sldMkLst>
        <pc:spChg chg="add mod">
          <ac:chgData name="Songyang Li (Biomedical Sciences)" userId="4cc1ef1a-8e69-45cc-9e5b-7a6a45faea93" providerId="ADAL" clId="{0785D4E9-0E38-44B3-9FDE-949DEE12999B}" dt="2026-10-13T02:50:26.837" v="880" actId="113"/>
          <ac:spMkLst>
            <pc:docMk/>
            <pc:sldMk cId="0" sldId="273"/>
            <ac:spMk id="24" creationId="{8BED021B-F8CF-2AB7-A306-298A693B01D5}"/>
          </ac:spMkLst>
        </pc:spChg>
        <pc:picChg chg="mod">
          <ac:chgData name="Songyang Li (Biomedical Sciences)" userId="4cc1ef1a-8e69-45cc-9e5b-7a6a45faea93" providerId="ADAL" clId="{0785D4E9-0E38-44B3-9FDE-949DEE12999B}" dt="2026-10-13T02:50:16.917" v="876" actId="1076"/>
          <ac:picMkLst>
            <pc:docMk/>
            <pc:sldMk cId="0" sldId="273"/>
            <ac:picMk id="23" creationId="{9214B17C-374D-3D0F-62D8-5AB199A952CA}"/>
          </ac:picMkLst>
        </pc:picChg>
      </pc:sldChg>
      <pc:sldChg chg="addSp delSp modSp mod setBg modNotesTx">
        <pc:chgData name="Songyang Li (Biomedical Sciences)" userId="4cc1ef1a-8e69-45cc-9e5b-7a6a45faea93" providerId="ADAL" clId="{0785D4E9-0E38-44B3-9FDE-949DEE12999B}" dt="2026-10-13T02:52:58.976" v="904" actId="20577"/>
        <pc:sldMkLst>
          <pc:docMk/>
          <pc:sldMk cId="0" sldId="274"/>
        </pc:sldMkLst>
        <pc:spChg chg="add mod">
          <ac:chgData name="Songyang Li (Biomedical Sciences)" userId="4cc1ef1a-8e69-45cc-9e5b-7a6a45faea93" providerId="ADAL" clId="{0785D4E9-0E38-44B3-9FDE-949DEE12999B}" dt="2026-10-13T02:51:48.800" v="897" actId="1076"/>
          <ac:spMkLst>
            <pc:docMk/>
            <pc:sldMk cId="0" sldId="274"/>
            <ac:spMk id="11" creationId="{6479206F-BE21-CA35-95C5-AA8249121A0E}"/>
          </ac:spMkLst>
        </pc:spChg>
      </pc:sldChg>
      <pc:sldChg chg="delSp modSp mod setBg modAnim modNotesTx">
        <pc:chgData name="Songyang Li (Biomedical Sciences)" userId="4cc1ef1a-8e69-45cc-9e5b-7a6a45faea93" providerId="ADAL" clId="{0785D4E9-0E38-44B3-9FDE-949DEE12999B}" dt="2026-10-13T06:33:35.972" v="1384"/>
        <pc:sldMkLst>
          <pc:docMk/>
          <pc:sldMk cId="0" sldId="275"/>
        </pc:sldMkLst>
        <pc:spChg chg="mod">
          <ac:chgData name="Songyang Li (Biomedical Sciences)" userId="4cc1ef1a-8e69-45cc-9e5b-7a6a45faea93" providerId="ADAL" clId="{0785D4E9-0E38-44B3-9FDE-949DEE12999B}" dt="2026-10-13T02:54:49.743" v="943" actId="13926"/>
          <ac:spMkLst>
            <pc:docMk/>
            <pc:sldMk cId="0" sldId="275"/>
            <ac:spMk id="12" creationId="{7896F4D4-5D36-F7C3-1529-EC8A24E78EBE}"/>
          </ac:spMkLst>
        </pc:spChg>
      </pc:sldChg>
      <pc:sldChg chg="delSp mod setBg">
        <pc:chgData name="Songyang Li (Biomedical Sciences)" userId="4cc1ef1a-8e69-45cc-9e5b-7a6a45faea93" providerId="ADAL" clId="{0785D4E9-0E38-44B3-9FDE-949DEE12999B}" dt="2026-10-13T02:56:53.452" v="946" actId="478"/>
        <pc:sldMkLst>
          <pc:docMk/>
          <pc:sldMk cId="0" sldId="278"/>
        </pc:sldMkLst>
      </pc:sldChg>
      <pc:sldChg chg="setBg modNotesTx">
        <pc:chgData name="Songyang Li (Biomedical Sciences)" userId="4cc1ef1a-8e69-45cc-9e5b-7a6a45faea93" providerId="ADAL" clId="{0785D4E9-0E38-44B3-9FDE-949DEE12999B}" dt="2026-10-13T02:58:56.393" v="951" actId="20577"/>
        <pc:sldMkLst>
          <pc:docMk/>
          <pc:sldMk cId="0" sldId="279"/>
        </pc:sldMkLst>
      </pc:sldChg>
      <pc:sldChg chg="delSp mod setBg modNotesTx">
        <pc:chgData name="Songyang Li (Biomedical Sciences)" userId="4cc1ef1a-8e69-45cc-9e5b-7a6a45faea93" providerId="ADAL" clId="{0785D4E9-0E38-44B3-9FDE-949DEE12999B}" dt="2026-10-13T03:00:37.066" v="987" actId="478"/>
        <pc:sldMkLst>
          <pc:docMk/>
          <pc:sldMk cId="0" sldId="280"/>
        </pc:sldMkLst>
      </pc:sldChg>
      <pc:sldChg chg="delSp modSp mod setBg modNotesTx">
        <pc:chgData name="Songyang Li (Biomedical Sciences)" userId="4cc1ef1a-8e69-45cc-9e5b-7a6a45faea93" providerId="ADAL" clId="{0785D4E9-0E38-44B3-9FDE-949DEE12999B}" dt="2026-10-13T03:06:07.866" v="1085" actId="1582"/>
        <pc:sldMkLst>
          <pc:docMk/>
          <pc:sldMk cId="0" sldId="281"/>
        </pc:sldMkLst>
        <pc:spChg chg="mod">
          <ac:chgData name="Songyang Li (Biomedical Sciences)" userId="4cc1ef1a-8e69-45cc-9e5b-7a6a45faea93" providerId="ADAL" clId="{0785D4E9-0E38-44B3-9FDE-949DEE12999B}" dt="2026-10-13T03:06:07.866" v="1085" actId="1582"/>
          <ac:spMkLst>
            <pc:docMk/>
            <pc:sldMk cId="0" sldId="281"/>
            <ac:spMk id="10" creationId="{E5E7F098-3C56-145F-5F45-01910C873DB8}"/>
          </ac:spMkLst>
        </pc:spChg>
        <pc:picChg chg="mod">
          <ac:chgData name="Songyang Li (Biomedical Sciences)" userId="4cc1ef1a-8e69-45cc-9e5b-7a6a45faea93" providerId="ADAL" clId="{0785D4E9-0E38-44B3-9FDE-949DEE12999B}" dt="2026-10-13T03:02:16.966" v="988" actId="1076"/>
          <ac:picMkLst>
            <pc:docMk/>
            <pc:sldMk cId="0" sldId="281"/>
            <ac:picMk id="11" creationId="{9E482828-5E8B-906A-0A88-4962FB04B5CD}"/>
          </ac:picMkLst>
        </pc:picChg>
      </pc:sldChg>
      <pc:sldChg chg="delSp modSp mod setBg modNotesTx">
        <pc:chgData name="Songyang Li (Biomedical Sciences)" userId="4cc1ef1a-8e69-45cc-9e5b-7a6a45faea93" providerId="ADAL" clId="{0785D4E9-0E38-44B3-9FDE-949DEE12999B}" dt="2026-10-13T03:07:26.721" v="1096" actId="478"/>
        <pc:sldMkLst>
          <pc:docMk/>
          <pc:sldMk cId="0" sldId="282"/>
        </pc:sldMkLst>
        <pc:spChg chg="mod">
          <ac:chgData name="Songyang Li (Biomedical Sciences)" userId="4cc1ef1a-8e69-45cc-9e5b-7a6a45faea93" providerId="ADAL" clId="{0785D4E9-0E38-44B3-9FDE-949DEE12999B}" dt="2026-10-13T03:06:16.469" v="1086" actId="1582"/>
          <ac:spMkLst>
            <pc:docMk/>
            <pc:sldMk cId="0" sldId="282"/>
            <ac:spMk id="7" creationId="{530698B5-1616-51F8-FA5A-5383B0E8916A}"/>
          </ac:spMkLst>
        </pc:spChg>
      </pc:sldChg>
      <pc:sldChg chg="delSp modSp mod setBg modNotesTx">
        <pc:chgData name="Songyang Li (Biomedical Sciences)" userId="4cc1ef1a-8e69-45cc-9e5b-7a6a45faea93" providerId="ADAL" clId="{0785D4E9-0E38-44B3-9FDE-949DEE12999B}" dt="2026-10-13T03:08:33.230" v="1103" actId="20577"/>
        <pc:sldMkLst>
          <pc:docMk/>
          <pc:sldMk cId="0" sldId="283"/>
        </pc:sldMkLst>
        <pc:spChg chg="mod">
          <ac:chgData name="Songyang Li (Biomedical Sciences)" userId="4cc1ef1a-8e69-45cc-9e5b-7a6a45faea93" providerId="ADAL" clId="{0785D4E9-0E38-44B3-9FDE-949DEE12999B}" dt="2026-10-13T03:02:25.157" v="989" actId="1076"/>
          <ac:spMkLst>
            <pc:docMk/>
            <pc:sldMk cId="0" sldId="283"/>
            <ac:spMk id="2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06:38.030" v="1087" actId="1582"/>
          <ac:spMkLst>
            <pc:docMk/>
            <pc:sldMk cId="0" sldId="283"/>
            <ac:spMk id="7" creationId="{E0E05AD6-6185-FCB8-681A-2BDBD3FE6E6E}"/>
          </ac:spMkLst>
        </pc:spChg>
      </pc:sldChg>
      <pc:sldChg chg="delSp mod setBg">
        <pc:chgData name="Songyang Li (Biomedical Sciences)" userId="4cc1ef1a-8e69-45cc-9e5b-7a6a45faea93" providerId="ADAL" clId="{0785D4E9-0E38-44B3-9FDE-949DEE12999B}" dt="2026-10-13T03:08:40.188" v="1105" actId="478"/>
        <pc:sldMkLst>
          <pc:docMk/>
          <pc:sldMk cId="0" sldId="289"/>
        </pc:sldMkLst>
      </pc:sldChg>
      <pc:sldChg chg="addSp delSp modSp mod setBg modNotesTx">
        <pc:chgData name="Songyang Li (Biomedical Sciences)" userId="4cc1ef1a-8e69-45cc-9e5b-7a6a45faea93" providerId="ADAL" clId="{0785D4E9-0E38-44B3-9FDE-949DEE12999B}" dt="2026-10-13T03:13:51.536" v="1127" actId="20577"/>
        <pc:sldMkLst>
          <pc:docMk/>
          <pc:sldMk cId="0" sldId="290"/>
        </pc:sldMkLst>
        <pc:spChg chg="mod">
          <ac:chgData name="Songyang Li (Biomedical Sciences)" userId="4cc1ef1a-8e69-45cc-9e5b-7a6a45faea93" providerId="ADAL" clId="{0785D4E9-0E38-44B3-9FDE-949DEE12999B}" dt="2026-10-13T03:10:17.415" v="1109" actId="2710"/>
          <ac:spMkLst>
            <pc:docMk/>
            <pc:sldMk cId="0" sldId="290"/>
            <ac:spMk id="5" creationId="{00000000-0000-0000-0000-000000000000}"/>
          </ac:spMkLst>
        </pc:spChg>
        <pc:spChg chg="add mod">
          <ac:chgData name="Songyang Li (Biomedical Sciences)" userId="4cc1ef1a-8e69-45cc-9e5b-7a6a45faea93" providerId="ADAL" clId="{0785D4E9-0E38-44B3-9FDE-949DEE12999B}" dt="2026-10-13T03:13:23.778" v="1111" actId="207"/>
          <ac:spMkLst>
            <pc:docMk/>
            <pc:sldMk cId="0" sldId="290"/>
            <ac:spMk id="6" creationId="{AE844961-F725-BF85-839A-2647F457E59E}"/>
          </ac:spMkLst>
        </pc:spChg>
        <pc:picChg chg="mod">
          <ac:chgData name="Songyang Li (Biomedical Sciences)" userId="4cc1ef1a-8e69-45cc-9e5b-7a6a45faea93" providerId="ADAL" clId="{0785D4E9-0E38-44B3-9FDE-949DEE12999B}" dt="2026-10-13T03:09:30.092" v="1108" actId="1076"/>
          <ac:picMkLst>
            <pc:docMk/>
            <pc:sldMk cId="0" sldId="290"/>
            <ac:picMk id="13" creationId="{056BC3D3-83DD-EA2B-7EF7-ED70D076B2A7}"/>
          </ac:picMkLst>
        </pc:picChg>
      </pc:sldChg>
      <pc:sldChg chg="setBg">
        <pc:chgData name="Songyang Li (Biomedical Sciences)" userId="4cc1ef1a-8e69-45cc-9e5b-7a6a45faea93" providerId="ADAL" clId="{0785D4E9-0E38-44B3-9FDE-949DEE12999B}" dt="2026-10-12T08:24:06.494" v="3"/>
        <pc:sldMkLst>
          <pc:docMk/>
          <pc:sldMk cId="0" sldId="292"/>
        </pc:sldMkLst>
      </pc:sldChg>
      <pc:sldChg chg="delSp mod setBg modNotesTx">
        <pc:chgData name="Songyang Li (Biomedical Sciences)" userId="4cc1ef1a-8e69-45cc-9e5b-7a6a45faea93" providerId="ADAL" clId="{0785D4E9-0E38-44B3-9FDE-949DEE12999B}" dt="2026-10-13T03:14:26.436" v="1131" actId="20577"/>
        <pc:sldMkLst>
          <pc:docMk/>
          <pc:sldMk cId="0" sldId="295"/>
        </pc:sldMkLst>
      </pc:sldChg>
      <pc:sldChg chg="delSp mod setBg modNotesTx">
        <pc:chgData name="Songyang Li (Biomedical Sciences)" userId="4cc1ef1a-8e69-45cc-9e5b-7a6a45faea93" providerId="ADAL" clId="{0785D4E9-0E38-44B3-9FDE-949DEE12999B}" dt="2026-10-13T03:14:51.713" v="1136" actId="20577"/>
        <pc:sldMkLst>
          <pc:docMk/>
          <pc:sldMk cId="0" sldId="296"/>
        </pc:sldMkLst>
      </pc:sldChg>
      <pc:sldChg chg="delSp modSp mod setBg">
        <pc:chgData name="Songyang Li (Biomedical Sciences)" userId="4cc1ef1a-8e69-45cc-9e5b-7a6a45faea93" providerId="ADAL" clId="{0785D4E9-0E38-44B3-9FDE-949DEE12999B}" dt="2026-10-13T03:17:08.243" v="1155" actId="20577"/>
        <pc:sldMkLst>
          <pc:docMk/>
          <pc:sldMk cId="0" sldId="297"/>
        </pc:sldMkLst>
        <pc:spChg chg="mod">
          <ac:chgData name="Songyang Li (Biomedical Sciences)" userId="4cc1ef1a-8e69-45cc-9e5b-7a6a45faea93" providerId="ADAL" clId="{0785D4E9-0E38-44B3-9FDE-949DEE12999B}" dt="2026-10-13T03:16:02.543" v="1150" actId="255"/>
          <ac:spMkLst>
            <pc:docMk/>
            <pc:sldMk cId="0" sldId="297"/>
            <ac:spMk id="7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16:14.954" v="1154" actId="1076"/>
          <ac:spMkLst>
            <pc:docMk/>
            <pc:sldMk cId="0" sldId="297"/>
            <ac:spMk id="8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15:58.526" v="1149" actId="27636"/>
          <ac:spMkLst>
            <pc:docMk/>
            <pc:sldMk cId="0" sldId="297"/>
            <ac:spMk id="9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17:08.243" v="1155" actId="20577"/>
          <ac:spMkLst>
            <pc:docMk/>
            <pc:sldMk cId="0" sldId="297"/>
            <ac:spMk id="10" creationId="{00000000-0000-0000-0000-000000000000}"/>
          </ac:spMkLst>
        </pc:spChg>
      </pc:sldChg>
      <pc:sldChg chg="delSp modSp mod setBg modNotesTx">
        <pc:chgData name="Songyang Li (Biomedical Sciences)" userId="4cc1ef1a-8e69-45cc-9e5b-7a6a45faea93" providerId="ADAL" clId="{0785D4E9-0E38-44B3-9FDE-949DEE12999B}" dt="2026-10-13T03:21:47.714" v="1212" actId="20577"/>
        <pc:sldMkLst>
          <pc:docMk/>
          <pc:sldMk cId="0" sldId="300"/>
        </pc:sldMkLst>
        <pc:spChg chg="mod">
          <ac:chgData name="Songyang Li (Biomedical Sciences)" userId="4cc1ef1a-8e69-45cc-9e5b-7a6a45faea93" providerId="ADAL" clId="{0785D4E9-0E38-44B3-9FDE-949DEE12999B}" dt="2026-10-13T03:17:56.873" v="1163" actId="27636"/>
          <ac:spMkLst>
            <pc:docMk/>
            <pc:sldMk cId="0" sldId="300"/>
            <ac:spMk id="7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18:03.436" v="1170" actId="1076"/>
          <ac:spMkLst>
            <pc:docMk/>
            <pc:sldMk cId="0" sldId="300"/>
            <ac:spMk id="9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18:10.068" v="1177" actId="1076"/>
          <ac:spMkLst>
            <pc:docMk/>
            <pc:sldMk cId="0" sldId="300"/>
            <ac:spMk id="16" creationId="{1EB1E436-BF8D-3487-A652-23E1D8F2B8AE}"/>
          </ac:spMkLst>
        </pc:spChg>
      </pc:sldChg>
      <pc:sldChg chg="delSp mod setBg modNotesTx">
        <pc:chgData name="Songyang Li (Biomedical Sciences)" userId="4cc1ef1a-8e69-45cc-9e5b-7a6a45faea93" providerId="ADAL" clId="{0785D4E9-0E38-44B3-9FDE-949DEE12999B}" dt="2026-10-13T03:22:11.286" v="1214" actId="20577"/>
        <pc:sldMkLst>
          <pc:docMk/>
          <pc:sldMk cId="0" sldId="302"/>
        </pc:sldMkLst>
      </pc:sldChg>
      <pc:sldChg chg="delSp modSp mod setBg modAnim modNotesTx">
        <pc:chgData name="Songyang Li (Biomedical Sciences)" userId="4cc1ef1a-8e69-45cc-9e5b-7a6a45faea93" providerId="ADAL" clId="{0785D4E9-0E38-44B3-9FDE-949DEE12999B}" dt="2026-10-13T06:33:27.833" v="1383"/>
        <pc:sldMkLst>
          <pc:docMk/>
          <pc:sldMk cId="0" sldId="303"/>
        </pc:sldMkLst>
        <pc:spChg chg="mod">
          <ac:chgData name="Songyang Li (Biomedical Sciences)" userId="4cc1ef1a-8e69-45cc-9e5b-7a6a45faea93" providerId="ADAL" clId="{0785D4E9-0E38-44B3-9FDE-949DEE12999B}" dt="2026-10-13T06:19:20.231" v="1299" actId="1076"/>
          <ac:spMkLst>
            <pc:docMk/>
            <pc:sldMk cId="0" sldId="303"/>
            <ac:spMk id="5" creationId="{00000000-0000-0000-0000-000000000000}"/>
          </ac:spMkLst>
        </pc:spChg>
      </pc:sldChg>
      <pc:sldChg chg="delSp modSp mod setBg modNotesTx">
        <pc:chgData name="Songyang Li (Biomedical Sciences)" userId="4cc1ef1a-8e69-45cc-9e5b-7a6a45faea93" providerId="ADAL" clId="{0785D4E9-0E38-44B3-9FDE-949DEE12999B}" dt="2026-10-13T06:19:15.672" v="1298" actId="1076"/>
        <pc:sldMkLst>
          <pc:docMk/>
          <pc:sldMk cId="0" sldId="304"/>
        </pc:sldMkLst>
        <pc:spChg chg="mod">
          <ac:chgData name="Songyang Li (Biomedical Sciences)" userId="4cc1ef1a-8e69-45cc-9e5b-7a6a45faea93" providerId="ADAL" clId="{0785D4E9-0E38-44B3-9FDE-949DEE12999B}" dt="2026-10-13T06:19:15.672" v="1298" actId="1076"/>
          <ac:spMkLst>
            <pc:docMk/>
            <pc:sldMk cId="0" sldId="304"/>
            <ac:spMk id="5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19:15.672" v="1298" actId="1076"/>
          <ac:spMkLst>
            <pc:docMk/>
            <pc:sldMk cId="0" sldId="304"/>
            <ac:spMk id="6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19:15.672" v="1298" actId="1076"/>
          <ac:spMkLst>
            <pc:docMk/>
            <pc:sldMk cId="0" sldId="304"/>
            <ac:spMk id="7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19:15.672" v="1298" actId="1076"/>
          <ac:spMkLst>
            <pc:docMk/>
            <pc:sldMk cId="0" sldId="304"/>
            <ac:spMk id="8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19:15.672" v="1298" actId="1076"/>
          <ac:spMkLst>
            <pc:docMk/>
            <pc:sldMk cId="0" sldId="304"/>
            <ac:spMk id="9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19:15.672" v="1298" actId="1076"/>
          <ac:spMkLst>
            <pc:docMk/>
            <pc:sldMk cId="0" sldId="304"/>
            <ac:spMk id="10" creationId="{00000000-0000-0000-0000-000000000000}"/>
          </ac:spMkLst>
        </pc:spChg>
        <pc:picChg chg="mod">
          <ac:chgData name="Songyang Li (Biomedical Sciences)" userId="4cc1ef1a-8e69-45cc-9e5b-7a6a45faea93" providerId="ADAL" clId="{0785D4E9-0E38-44B3-9FDE-949DEE12999B}" dt="2026-10-13T06:19:15.672" v="1298" actId="1076"/>
          <ac:picMkLst>
            <pc:docMk/>
            <pc:sldMk cId="0" sldId="304"/>
            <ac:picMk id="15" creationId="{B267C0CF-860A-4357-1871-F33E1E7EAB04}"/>
          </ac:picMkLst>
        </pc:picChg>
      </pc:sldChg>
      <pc:sldChg chg="delSp mod setBg modNotesTx">
        <pc:chgData name="Songyang Li (Biomedical Sciences)" userId="4cc1ef1a-8e69-45cc-9e5b-7a6a45faea93" providerId="ADAL" clId="{0785D4E9-0E38-44B3-9FDE-949DEE12999B}" dt="2026-10-13T06:21:26.949" v="1310" actId="478"/>
        <pc:sldMkLst>
          <pc:docMk/>
          <pc:sldMk cId="0" sldId="305"/>
        </pc:sldMkLst>
      </pc:sldChg>
      <pc:sldChg chg="delSp modSp mod setBg">
        <pc:chgData name="Songyang Li (Biomedical Sciences)" userId="4cc1ef1a-8e69-45cc-9e5b-7a6a45faea93" providerId="ADAL" clId="{0785D4E9-0E38-44B3-9FDE-949DEE12999B}" dt="2026-10-13T06:24:44.851" v="1315" actId="1076"/>
        <pc:sldMkLst>
          <pc:docMk/>
          <pc:sldMk cId="0" sldId="307"/>
        </pc:sldMkLst>
        <pc:picChg chg="mod">
          <ac:chgData name="Songyang Li (Biomedical Sciences)" userId="4cc1ef1a-8e69-45cc-9e5b-7a6a45faea93" providerId="ADAL" clId="{0785D4E9-0E38-44B3-9FDE-949DEE12999B}" dt="2026-10-13T06:24:44.851" v="1315" actId="1076"/>
          <ac:picMkLst>
            <pc:docMk/>
            <pc:sldMk cId="0" sldId="307"/>
            <ac:picMk id="11" creationId="{93E1A10E-4C19-4EA0-D251-11502D85299E}"/>
          </ac:picMkLst>
        </pc:picChg>
      </pc:sldChg>
      <pc:sldChg chg="setBg">
        <pc:chgData name="Songyang Li (Biomedical Sciences)" userId="4cc1ef1a-8e69-45cc-9e5b-7a6a45faea93" providerId="ADAL" clId="{0785D4E9-0E38-44B3-9FDE-949DEE12999B}" dt="2026-10-12T08:24:06.494" v="3"/>
        <pc:sldMkLst>
          <pc:docMk/>
          <pc:sldMk cId="0" sldId="308"/>
        </pc:sldMkLst>
      </pc:sldChg>
      <pc:sldChg chg="delSp mod setBg">
        <pc:chgData name="Songyang Li (Biomedical Sciences)" userId="4cc1ef1a-8e69-45cc-9e5b-7a6a45faea93" providerId="ADAL" clId="{0785D4E9-0E38-44B3-9FDE-949DEE12999B}" dt="2026-10-13T06:25:46.906" v="1318" actId="478"/>
        <pc:sldMkLst>
          <pc:docMk/>
          <pc:sldMk cId="0" sldId="309"/>
        </pc:sldMkLst>
      </pc:sldChg>
      <pc:sldChg chg="delSp mod setBg">
        <pc:chgData name="Songyang Li (Biomedical Sciences)" userId="4cc1ef1a-8e69-45cc-9e5b-7a6a45faea93" providerId="ADAL" clId="{0785D4E9-0E38-44B3-9FDE-949DEE12999B}" dt="2026-10-13T06:25:59.108" v="1320" actId="478"/>
        <pc:sldMkLst>
          <pc:docMk/>
          <pc:sldMk cId="0" sldId="310"/>
        </pc:sldMkLst>
      </pc:sldChg>
      <pc:sldChg chg="setBg">
        <pc:chgData name="Songyang Li (Biomedical Sciences)" userId="4cc1ef1a-8e69-45cc-9e5b-7a6a45faea93" providerId="ADAL" clId="{0785D4E9-0E38-44B3-9FDE-949DEE12999B}" dt="2026-10-12T08:24:06.494" v="3"/>
        <pc:sldMkLst>
          <pc:docMk/>
          <pc:sldMk cId="0" sldId="311"/>
        </pc:sldMkLst>
      </pc:sldChg>
      <pc:sldChg chg="delSp mod setBg modNotesTx">
        <pc:chgData name="Songyang Li (Biomedical Sciences)" userId="4cc1ef1a-8e69-45cc-9e5b-7a6a45faea93" providerId="ADAL" clId="{0785D4E9-0E38-44B3-9FDE-949DEE12999B}" dt="2026-10-13T06:26:27.027" v="1322" actId="20577"/>
        <pc:sldMkLst>
          <pc:docMk/>
          <pc:sldMk cId="0" sldId="314"/>
        </pc:sldMkLst>
      </pc:sldChg>
      <pc:sldChg chg="delSp mod setBg">
        <pc:chgData name="Songyang Li (Biomedical Sciences)" userId="4cc1ef1a-8e69-45cc-9e5b-7a6a45faea93" providerId="ADAL" clId="{0785D4E9-0E38-44B3-9FDE-949DEE12999B}" dt="2026-10-13T06:26:56.506" v="1324" actId="478"/>
        <pc:sldMkLst>
          <pc:docMk/>
          <pc:sldMk cId="0" sldId="315"/>
        </pc:sldMkLst>
      </pc:sldChg>
      <pc:sldChg chg="delSp modSp mod setBg">
        <pc:chgData name="Songyang Li (Biomedical Sciences)" userId="4cc1ef1a-8e69-45cc-9e5b-7a6a45faea93" providerId="ADAL" clId="{0785D4E9-0E38-44B3-9FDE-949DEE12999B}" dt="2026-10-13T06:27:07.066" v="1331" actId="27636"/>
        <pc:sldMkLst>
          <pc:docMk/>
          <pc:sldMk cId="0" sldId="316"/>
        </pc:sldMkLst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5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7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8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10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11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15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18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19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0" actId="403"/>
          <ac:spMkLst>
            <pc:docMk/>
            <pc:sldMk cId="0" sldId="316"/>
            <ac:spMk id="20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7:07.066" v="1331" actId="27636"/>
          <ac:spMkLst>
            <pc:docMk/>
            <pc:sldMk cId="0" sldId="316"/>
            <ac:spMk id="21" creationId="{00000000-0000-0000-0000-000000000000}"/>
          </ac:spMkLst>
        </pc:spChg>
      </pc:sldChg>
      <pc:sldChg chg="delSp mod setBg modAnim">
        <pc:chgData name="Songyang Li (Biomedical Sciences)" userId="4cc1ef1a-8e69-45cc-9e5b-7a6a45faea93" providerId="ADAL" clId="{0785D4E9-0E38-44B3-9FDE-949DEE12999B}" dt="2026-10-13T06:33:23.302" v="1382"/>
        <pc:sldMkLst>
          <pc:docMk/>
          <pc:sldMk cId="0" sldId="317"/>
        </pc:sldMkLst>
      </pc:sldChg>
      <pc:sldChg chg="delSp mod setBg modAnim">
        <pc:chgData name="Songyang Li (Biomedical Sciences)" userId="4cc1ef1a-8e69-45cc-9e5b-7a6a45faea93" providerId="ADAL" clId="{0785D4E9-0E38-44B3-9FDE-949DEE12999B}" dt="2026-10-13T06:33:16.747" v="1380"/>
        <pc:sldMkLst>
          <pc:docMk/>
          <pc:sldMk cId="0" sldId="318"/>
        </pc:sldMkLst>
      </pc:sldChg>
      <pc:sldChg chg="addSp delSp modSp mod setBg">
        <pc:chgData name="Songyang Li (Biomedical Sciences)" userId="4cc1ef1a-8e69-45cc-9e5b-7a6a45faea93" providerId="ADAL" clId="{0785D4E9-0E38-44B3-9FDE-949DEE12999B}" dt="2026-10-13T06:29:18.543" v="1357" actId="2710"/>
        <pc:sldMkLst>
          <pc:docMk/>
          <pc:sldMk cId="0" sldId="319"/>
        </pc:sldMkLst>
        <pc:spChg chg="mod">
          <ac:chgData name="Songyang Li (Biomedical Sciences)" userId="4cc1ef1a-8e69-45cc-9e5b-7a6a45faea93" providerId="ADAL" clId="{0785D4E9-0E38-44B3-9FDE-949DEE12999B}" dt="2026-10-13T06:28:33.454" v="1350" actId="313"/>
          <ac:spMkLst>
            <pc:docMk/>
            <pc:sldMk cId="0" sldId="319"/>
            <ac:spMk id="3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29:18.543" v="1357" actId="2710"/>
          <ac:spMkLst>
            <pc:docMk/>
            <pc:sldMk cId="0" sldId="319"/>
            <ac:spMk id="5" creationId="{00000000-0000-0000-0000-000000000000}"/>
          </ac:spMkLst>
        </pc:spChg>
        <pc:picChg chg="mod">
          <ac:chgData name="Songyang Li (Biomedical Sciences)" userId="4cc1ef1a-8e69-45cc-9e5b-7a6a45faea93" providerId="ADAL" clId="{0785D4E9-0E38-44B3-9FDE-949DEE12999B}" dt="2026-10-13T06:28:25.218" v="1346" actId="1076"/>
          <ac:picMkLst>
            <pc:docMk/>
            <pc:sldMk cId="0" sldId="319"/>
            <ac:picMk id="11" creationId="{AAC24F27-2172-C4CF-490D-CB59D63EE5CC}"/>
          </ac:picMkLst>
        </pc:picChg>
      </pc:sldChg>
      <pc:sldChg chg="delSp mod setBg">
        <pc:chgData name="Songyang Li (Biomedical Sciences)" userId="4cc1ef1a-8e69-45cc-9e5b-7a6a45faea93" providerId="ADAL" clId="{0785D4E9-0E38-44B3-9FDE-949DEE12999B}" dt="2026-10-13T06:29:24.326" v="1359" actId="478"/>
        <pc:sldMkLst>
          <pc:docMk/>
          <pc:sldMk cId="0" sldId="321"/>
        </pc:sldMkLst>
      </pc:sldChg>
      <pc:sldChg chg="delSp mod ord setBg">
        <pc:chgData name="Songyang Li (Biomedical Sciences)" userId="4cc1ef1a-8e69-45cc-9e5b-7a6a45faea93" providerId="ADAL" clId="{0785D4E9-0E38-44B3-9FDE-949DEE12999B}" dt="2026-10-13T06:29:35.774" v="1361" actId="478"/>
        <pc:sldMkLst>
          <pc:docMk/>
          <pc:sldMk cId="0" sldId="322"/>
        </pc:sldMkLst>
      </pc:sldChg>
      <pc:sldChg chg="delSp mod setBg">
        <pc:chgData name="Songyang Li (Biomedical Sciences)" userId="4cc1ef1a-8e69-45cc-9e5b-7a6a45faea93" providerId="ADAL" clId="{0785D4E9-0E38-44B3-9FDE-949DEE12999B}" dt="2026-10-13T06:30:25.806" v="1364" actId="478"/>
        <pc:sldMkLst>
          <pc:docMk/>
          <pc:sldMk cId="0" sldId="324"/>
        </pc:sldMkLst>
      </pc:sldChg>
      <pc:sldChg chg="delSp mod setBg">
        <pc:chgData name="Songyang Li (Biomedical Sciences)" userId="4cc1ef1a-8e69-45cc-9e5b-7a6a45faea93" providerId="ADAL" clId="{0785D4E9-0E38-44B3-9FDE-949DEE12999B}" dt="2026-10-13T06:30:43.769" v="1366" actId="478"/>
        <pc:sldMkLst>
          <pc:docMk/>
          <pc:sldMk cId="0" sldId="325"/>
        </pc:sldMkLst>
      </pc:sldChg>
      <pc:sldChg chg="delSp mod setBg">
        <pc:chgData name="Songyang Li (Biomedical Sciences)" userId="4cc1ef1a-8e69-45cc-9e5b-7a6a45faea93" providerId="ADAL" clId="{0785D4E9-0E38-44B3-9FDE-949DEE12999B}" dt="2026-10-13T06:30:53.239" v="1368" actId="478"/>
        <pc:sldMkLst>
          <pc:docMk/>
          <pc:sldMk cId="0" sldId="326"/>
        </pc:sldMkLst>
      </pc:sldChg>
      <pc:sldChg chg="delSp mod setBg">
        <pc:chgData name="Songyang Li (Biomedical Sciences)" userId="4cc1ef1a-8e69-45cc-9e5b-7a6a45faea93" providerId="ADAL" clId="{0785D4E9-0E38-44B3-9FDE-949DEE12999B}" dt="2026-10-13T06:31:30.537" v="1371" actId="478"/>
        <pc:sldMkLst>
          <pc:docMk/>
          <pc:sldMk cId="0" sldId="327"/>
        </pc:sldMkLst>
      </pc:sldChg>
      <pc:sldChg chg="addSp delSp modSp mod setBg">
        <pc:chgData name="Songyang Li (Biomedical Sciences)" userId="4cc1ef1a-8e69-45cc-9e5b-7a6a45faea93" providerId="ADAL" clId="{0785D4E9-0E38-44B3-9FDE-949DEE12999B}" dt="2026-10-13T06:34:56.699" v="1391" actId="20577"/>
        <pc:sldMkLst>
          <pc:docMk/>
          <pc:sldMk cId="0" sldId="328"/>
        </pc:sldMkLst>
        <pc:spChg chg="mod">
          <ac:chgData name="Songyang Li (Biomedical Sciences)" userId="4cc1ef1a-8e69-45cc-9e5b-7a6a45faea93" providerId="ADAL" clId="{0785D4E9-0E38-44B3-9FDE-949DEE12999B}" dt="2026-10-13T06:34:56.699" v="1391" actId="20577"/>
          <ac:spMkLst>
            <pc:docMk/>
            <pc:sldMk cId="0" sldId="328"/>
            <ac:spMk id="3" creationId="{00000000-0000-0000-0000-000000000000}"/>
          </ac:spMkLst>
        </pc:spChg>
        <pc:spChg chg="add mod">
          <ac:chgData name="Songyang Li (Biomedical Sciences)" userId="4cc1ef1a-8e69-45cc-9e5b-7a6a45faea93" providerId="ADAL" clId="{0785D4E9-0E38-44B3-9FDE-949DEE12999B}" dt="2026-10-13T06:34:51.921" v="1389" actId="5793"/>
          <ac:spMkLst>
            <pc:docMk/>
            <pc:sldMk cId="0" sldId="328"/>
            <ac:spMk id="10" creationId="{7259249E-CF54-1DFD-DA22-CB89D724DDF3}"/>
          </ac:spMkLst>
        </pc:spChg>
      </pc:sldChg>
      <pc:sldChg chg="delSp mod setBg modNotesTx">
        <pc:chgData name="Songyang Li (Biomedical Sciences)" userId="4cc1ef1a-8e69-45cc-9e5b-7a6a45faea93" providerId="ADAL" clId="{0785D4E9-0E38-44B3-9FDE-949DEE12999B}" dt="2026-10-13T03:30:40.564" v="1224" actId="20577"/>
        <pc:sldMkLst>
          <pc:docMk/>
          <pc:sldMk cId="0" sldId="329"/>
        </pc:sldMkLst>
      </pc:sldChg>
      <pc:sldChg chg="delSp modSp mod setBg modAnim modNotesTx">
        <pc:chgData name="Songyang Li (Biomedical Sciences)" userId="4cc1ef1a-8e69-45cc-9e5b-7a6a45faea93" providerId="ADAL" clId="{0785D4E9-0E38-44B3-9FDE-949DEE12999B}" dt="2026-10-13T06:17:50.243" v="1295" actId="20577"/>
        <pc:sldMkLst>
          <pc:docMk/>
          <pc:sldMk cId="0" sldId="332"/>
        </pc:sldMkLst>
        <pc:spChg chg="mod">
          <ac:chgData name="Songyang Li (Biomedical Sciences)" userId="4cc1ef1a-8e69-45cc-9e5b-7a6a45faea93" providerId="ADAL" clId="{0785D4E9-0E38-44B3-9FDE-949DEE12999B}" dt="2026-10-13T06:03:12.748" v="1252" actId="14100"/>
          <ac:spMkLst>
            <pc:docMk/>
            <pc:sldMk cId="0" sldId="332"/>
            <ac:spMk id="3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30:56.481" v="1230" actId="14100"/>
          <ac:spMkLst>
            <pc:docMk/>
            <pc:sldMk cId="0" sldId="332"/>
            <ac:spMk id="5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31:04.141" v="1232" actId="1076"/>
          <ac:spMkLst>
            <pc:docMk/>
            <pc:sldMk cId="0" sldId="332"/>
            <ac:spMk id="6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31:01.228" v="1231" actId="14100"/>
          <ac:spMkLst>
            <pc:docMk/>
            <pc:sldMk cId="0" sldId="332"/>
            <ac:spMk id="7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3:31:06.868" v="1233" actId="14100"/>
          <ac:spMkLst>
            <pc:docMk/>
            <pc:sldMk cId="0" sldId="332"/>
            <ac:spMk id="8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17:50.243" v="1295" actId="20577"/>
          <ac:spMkLst>
            <pc:docMk/>
            <pc:sldMk cId="0" sldId="332"/>
            <ac:spMk id="9" creationId="{00000000-0000-0000-0000-000000000000}"/>
          </ac:spMkLst>
        </pc:spChg>
        <pc:spChg chg="mod">
          <ac:chgData name="Songyang Li (Biomedical Sciences)" userId="4cc1ef1a-8e69-45cc-9e5b-7a6a45faea93" providerId="ADAL" clId="{0785D4E9-0E38-44B3-9FDE-949DEE12999B}" dt="2026-10-13T06:14:41.707" v="1280" actId="20577"/>
          <ac:spMkLst>
            <pc:docMk/>
            <pc:sldMk cId="0" sldId="332"/>
            <ac:spMk id="10" creationId="{00000000-0000-0000-0000-000000000000}"/>
          </ac:spMkLst>
        </pc:spChg>
      </pc:sldChg>
      <pc:sldChg chg="addSp delSp modSp mod setBg modNotesTx">
        <pc:chgData name="Songyang Li (Biomedical Sciences)" userId="4cc1ef1a-8e69-45cc-9e5b-7a6a45faea93" providerId="ADAL" clId="{0785D4E9-0E38-44B3-9FDE-949DEE12999B}" dt="2026-10-13T06:17:30.015" v="1293" actId="478"/>
        <pc:sldMkLst>
          <pc:docMk/>
          <pc:sldMk cId="0" sldId="336"/>
        </pc:sldMkLst>
        <pc:spChg chg="add mod">
          <ac:chgData name="Songyang Li (Biomedical Sciences)" userId="4cc1ef1a-8e69-45cc-9e5b-7a6a45faea93" providerId="ADAL" clId="{0785D4E9-0E38-44B3-9FDE-949DEE12999B}" dt="2026-10-13T06:17:26.546" v="1291" actId="1076"/>
          <ac:spMkLst>
            <pc:docMk/>
            <pc:sldMk cId="0" sldId="336"/>
            <ac:spMk id="10" creationId="{D0F22718-46F2-E022-8F43-F94ED95FB7BB}"/>
          </ac:spMkLst>
        </pc:spChg>
        <pc:picChg chg="add mod">
          <ac:chgData name="Songyang Li (Biomedical Sciences)" userId="4cc1ef1a-8e69-45cc-9e5b-7a6a45faea93" providerId="ADAL" clId="{0785D4E9-0E38-44B3-9FDE-949DEE12999B}" dt="2026-10-12T08:40:29.414" v="18" actId="1076"/>
          <ac:picMkLst>
            <pc:docMk/>
            <pc:sldMk cId="0" sldId="336"/>
            <ac:picMk id="11" creationId="{0D2C5D4E-9AD4-FDEC-F168-797DCBD11CA2}"/>
          </ac:picMkLst>
        </pc:picChg>
      </pc:sldChg>
      <pc:sldChg chg="modSp mod modNotesTx">
        <pc:chgData name="Songyang Li (Biomedical Sciences)" userId="4cc1ef1a-8e69-45cc-9e5b-7a6a45faea93" providerId="ADAL" clId="{0785D4E9-0E38-44B3-9FDE-949DEE12999B}" dt="2026-10-14T09:41:48.143" v="1411" actId="20577"/>
        <pc:sldMkLst>
          <pc:docMk/>
          <pc:sldMk cId="2063773818" sldId="339"/>
        </pc:sldMkLst>
        <pc:spChg chg="mod">
          <ac:chgData name="Songyang Li (Biomedical Sciences)" userId="4cc1ef1a-8e69-45cc-9e5b-7a6a45faea93" providerId="ADAL" clId="{0785D4E9-0E38-44B3-9FDE-949DEE12999B}" dt="2026-10-14T09:41:48.143" v="1411" actId="20577"/>
          <ac:spMkLst>
            <pc:docMk/>
            <pc:sldMk cId="2063773818" sldId="339"/>
            <ac:spMk id="6" creationId="{CDC33EBC-F209-63EB-7921-88D652D530A9}"/>
          </ac:spMkLst>
        </pc:spChg>
      </pc:sldChg>
      <pc:sldChg chg="delSp modSp mod modAnim">
        <pc:chgData name="Songyang Li (Biomedical Sciences)" userId="4cc1ef1a-8e69-45cc-9e5b-7a6a45faea93" providerId="ADAL" clId="{0785D4E9-0E38-44B3-9FDE-949DEE12999B}" dt="2026-10-13T06:32:56.456" v="1379"/>
        <pc:sldMkLst>
          <pc:docMk/>
          <pc:sldMk cId="3451026785" sldId="340"/>
        </pc:sldMkLst>
        <pc:spChg chg="mod">
          <ac:chgData name="Songyang Li (Biomedical Sciences)" userId="4cc1ef1a-8e69-45cc-9e5b-7a6a45faea93" providerId="ADAL" clId="{0785D4E9-0E38-44B3-9FDE-949DEE12999B}" dt="2026-10-13T06:31:54.304" v="1373" actId="1076"/>
          <ac:spMkLst>
            <pc:docMk/>
            <pc:sldMk cId="3451026785" sldId="340"/>
            <ac:spMk id="3" creationId="{F592620A-DDF4-F09F-63ED-E58B7CE4B24B}"/>
          </ac:spMkLst>
        </pc:spChg>
      </pc:sldChg>
      <pc:sldMasterChg chg="modSldLayout">
        <pc:chgData name="Songyang Li (Biomedical Sciences)" userId="4cc1ef1a-8e69-45cc-9e5b-7a6a45faea93" providerId="ADAL" clId="{0785D4E9-0E38-44B3-9FDE-949DEE12999B}" dt="2026-10-12T08:24:06.494" v="3"/>
        <pc:sldMasterMkLst>
          <pc:docMk/>
          <pc:sldMasterMk cId="0" sldId="2147483648"/>
        </pc:sldMasterMkLst>
        <pc:sldLayoutChg chg="setBg">
          <pc:chgData name="Songyang Li (Biomedical Sciences)" userId="4cc1ef1a-8e69-45cc-9e5b-7a6a45faea93" providerId="ADAL" clId="{0785D4E9-0E38-44B3-9FDE-949DEE12999B}" dt="2026-10-12T08:24:06.494" v="3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607DD6-58C1-4645-BCFF-5764F3E52FFB}" type="doc">
      <dgm:prSet loTypeId="urn:microsoft.com/office/officeart/2005/8/layout/hierarchy2" loCatId="hierarchy" qsTypeId="urn:microsoft.com/office/officeart/2005/8/quickstyle/simple1#4" qsCatId="simple" csTypeId="urn:microsoft.com/office/officeart/2005/8/colors/colorful3#2" csCatId="colorful" phldr="1"/>
      <dgm:spPr/>
      <dgm:t>
        <a:bodyPr/>
        <a:lstStyle/>
        <a:p>
          <a:endParaRPr lang="en-GB"/>
        </a:p>
      </dgm:t>
    </dgm:pt>
    <dgm:pt modelId="{15F91429-BB3B-4C13-A152-ED5BB5FD6DC0}">
      <dgm:prSet phldrT="[Text]"/>
      <dgm:spPr/>
      <dgm:t>
        <a:bodyPr/>
        <a:lstStyle/>
        <a:p>
          <a:r>
            <a:rPr lang="en-GB" dirty="0"/>
            <a:t>Fe in the body</a:t>
          </a:r>
        </a:p>
      </dgm:t>
    </dgm:pt>
    <dgm:pt modelId="{2E098EB6-ADD0-4D0F-9039-F7B787DA67A2}" type="parTrans" cxnId="{920C1D7E-52B7-4456-BFF7-CB90E23279AB}">
      <dgm:prSet/>
      <dgm:spPr/>
      <dgm:t>
        <a:bodyPr/>
        <a:lstStyle/>
        <a:p>
          <a:endParaRPr lang="en-GB"/>
        </a:p>
      </dgm:t>
    </dgm:pt>
    <dgm:pt modelId="{4BEE694F-3C00-44B8-BC2C-6284C0DDC9F4}" type="sibTrans" cxnId="{920C1D7E-52B7-4456-BFF7-CB90E23279AB}">
      <dgm:prSet/>
      <dgm:spPr/>
      <dgm:t>
        <a:bodyPr/>
        <a:lstStyle/>
        <a:p>
          <a:endParaRPr lang="en-GB"/>
        </a:p>
      </dgm:t>
    </dgm:pt>
    <dgm:pt modelId="{C2BE5AA4-B402-4CF1-9190-BE3CAA6C664D}">
      <dgm:prSet phldrT="[Text]"/>
      <dgm:spPr/>
      <dgm:t>
        <a:bodyPr/>
        <a:lstStyle/>
        <a:p>
          <a:r>
            <a:rPr lang="en-GB" dirty="0"/>
            <a:t>Ferrous (Fe</a:t>
          </a:r>
          <a:r>
            <a:rPr lang="en-GB" baseline="30000" dirty="0"/>
            <a:t>2+</a:t>
          </a:r>
          <a:r>
            <a:rPr lang="en-GB" dirty="0"/>
            <a:t>)</a:t>
          </a:r>
        </a:p>
      </dgm:t>
    </dgm:pt>
    <dgm:pt modelId="{11583FAE-E54C-4A49-848E-2DE9CD4A020D}" type="parTrans" cxnId="{57FCD559-6B0A-4F7E-B90B-D8CFDBED473C}">
      <dgm:prSet/>
      <dgm:spPr/>
      <dgm:t>
        <a:bodyPr/>
        <a:lstStyle/>
        <a:p>
          <a:endParaRPr lang="en-GB"/>
        </a:p>
      </dgm:t>
    </dgm:pt>
    <dgm:pt modelId="{879FABCB-71DA-45A1-AF6B-700D2D47C60F}" type="sibTrans" cxnId="{57FCD559-6B0A-4F7E-B90B-D8CFDBED473C}">
      <dgm:prSet/>
      <dgm:spPr/>
      <dgm:t>
        <a:bodyPr/>
        <a:lstStyle/>
        <a:p>
          <a:endParaRPr lang="en-GB"/>
        </a:p>
      </dgm:t>
    </dgm:pt>
    <dgm:pt modelId="{A9296FB8-0931-420C-BADB-D35C55864FE5}">
      <dgm:prSet phldrT="[Text]"/>
      <dgm:spPr/>
      <dgm:t>
        <a:bodyPr/>
        <a:lstStyle/>
        <a:p>
          <a:r>
            <a:rPr lang="en-GB" dirty="0"/>
            <a:t>Ferritin (Fe</a:t>
          </a:r>
          <a:r>
            <a:rPr lang="en-GB" baseline="30000" dirty="0"/>
            <a:t>3+</a:t>
          </a:r>
          <a:r>
            <a:rPr lang="en-GB" dirty="0"/>
            <a:t>)</a:t>
          </a:r>
        </a:p>
      </dgm:t>
    </dgm:pt>
    <dgm:pt modelId="{5AC9B4B4-B6C3-4562-9DEC-84B16916ACFB}" type="parTrans" cxnId="{77C9C7FC-F611-4E09-AB3E-725A7165E5FF}">
      <dgm:prSet/>
      <dgm:spPr/>
      <dgm:t>
        <a:bodyPr/>
        <a:lstStyle/>
        <a:p>
          <a:endParaRPr lang="en-GB"/>
        </a:p>
      </dgm:t>
    </dgm:pt>
    <dgm:pt modelId="{C24CC5CD-45C0-4F40-B007-004745961061}" type="sibTrans" cxnId="{77C9C7FC-F611-4E09-AB3E-725A7165E5FF}">
      <dgm:prSet/>
      <dgm:spPr/>
      <dgm:t>
        <a:bodyPr/>
        <a:lstStyle/>
        <a:p>
          <a:endParaRPr lang="en-GB"/>
        </a:p>
      </dgm:t>
    </dgm:pt>
    <dgm:pt modelId="{0A6C54CD-9689-49D8-9EFA-787A76B79BC3}" type="pres">
      <dgm:prSet presAssocID="{4D607DD6-58C1-4645-BCFF-5764F3E52F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F1CD013-0CC8-4E2F-8545-04B05A19EB18}" type="pres">
      <dgm:prSet presAssocID="{15F91429-BB3B-4C13-A152-ED5BB5FD6DC0}" presName="root1" presStyleCnt="0"/>
      <dgm:spPr/>
    </dgm:pt>
    <dgm:pt modelId="{13B0A84E-5C5C-421F-A46D-55AEA43A3C6B}" type="pres">
      <dgm:prSet presAssocID="{15F91429-BB3B-4C13-A152-ED5BB5FD6DC0}" presName="LevelOneTextNode" presStyleLbl="node0" presStyleIdx="0" presStyleCnt="1">
        <dgm:presLayoutVars>
          <dgm:chPref val="3"/>
        </dgm:presLayoutVars>
      </dgm:prSet>
      <dgm:spPr/>
    </dgm:pt>
    <dgm:pt modelId="{77D0425B-6F89-4DAA-908A-58A4869C0F8A}" type="pres">
      <dgm:prSet presAssocID="{15F91429-BB3B-4C13-A152-ED5BB5FD6DC0}" presName="level2hierChild" presStyleCnt="0"/>
      <dgm:spPr/>
    </dgm:pt>
    <dgm:pt modelId="{B587D069-6C23-4246-B9AC-0D665ABA5AA0}" type="pres">
      <dgm:prSet presAssocID="{11583FAE-E54C-4A49-848E-2DE9CD4A020D}" presName="conn2-1" presStyleLbl="parChTrans1D2" presStyleIdx="0" presStyleCnt="2"/>
      <dgm:spPr/>
    </dgm:pt>
    <dgm:pt modelId="{1F916AD7-9065-4D31-B7B5-EFEECB8BEA05}" type="pres">
      <dgm:prSet presAssocID="{11583FAE-E54C-4A49-848E-2DE9CD4A020D}" presName="connTx" presStyleLbl="parChTrans1D2" presStyleIdx="0" presStyleCnt="2"/>
      <dgm:spPr/>
    </dgm:pt>
    <dgm:pt modelId="{4792DB59-395A-4211-81C5-29C6D0F481F8}" type="pres">
      <dgm:prSet presAssocID="{C2BE5AA4-B402-4CF1-9190-BE3CAA6C664D}" presName="root2" presStyleCnt="0"/>
      <dgm:spPr/>
    </dgm:pt>
    <dgm:pt modelId="{01272274-30FC-451B-A0D9-8237CB0CF30B}" type="pres">
      <dgm:prSet presAssocID="{C2BE5AA4-B402-4CF1-9190-BE3CAA6C664D}" presName="LevelTwoTextNode" presStyleLbl="node2" presStyleIdx="0" presStyleCnt="2">
        <dgm:presLayoutVars>
          <dgm:chPref val="3"/>
        </dgm:presLayoutVars>
      </dgm:prSet>
      <dgm:spPr/>
    </dgm:pt>
    <dgm:pt modelId="{7371BE35-83A0-4A76-94DA-E2C17A6DB0E2}" type="pres">
      <dgm:prSet presAssocID="{C2BE5AA4-B402-4CF1-9190-BE3CAA6C664D}" presName="level3hierChild" presStyleCnt="0"/>
      <dgm:spPr/>
    </dgm:pt>
    <dgm:pt modelId="{ABDF6A82-6B8D-48ED-A80D-F0BC104B35D3}" type="pres">
      <dgm:prSet presAssocID="{5AC9B4B4-B6C3-4562-9DEC-84B16916ACFB}" presName="conn2-1" presStyleLbl="parChTrans1D2" presStyleIdx="1" presStyleCnt="2"/>
      <dgm:spPr/>
    </dgm:pt>
    <dgm:pt modelId="{2DA50D91-6ABB-40D6-BBB2-D4A093D1E748}" type="pres">
      <dgm:prSet presAssocID="{5AC9B4B4-B6C3-4562-9DEC-84B16916ACFB}" presName="connTx" presStyleLbl="parChTrans1D2" presStyleIdx="1" presStyleCnt="2"/>
      <dgm:spPr/>
    </dgm:pt>
    <dgm:pt modelId="{9AB6487F-DEAC-49D0-A3DB-336537AAD859}" type="pres">
      <dgm:prSet presAssocID="{A9296FB8-0931-420C-BADB-D35C55864FE5}" presName="root2" presStyleCnt="0"/>
      <dgm:spPr/>
    </dgm:pt>
    <dgm:pt modelId="{36B9FC0D-8F65-4AC5-95AC-638EF34E1176}" type="pres">
      <dgm:prSet presAssocID="{A9296FB8-0931-420C-BADB-D35C55864FE5}" presName="LevelTwoTextNode" presStyleLbl="node2" presStyleIdx="1" presStyleCnt="2">
        <dgm:presLayoutVars>
          <dgm:chPref val="3"/>
        </dgm:presLayoutVars>
      </dgm:prSet>
      <dgm:spPr/>
    </dgm:pt>
    <dgm:pt modelId="{A36B659F-5F36-4AAC-8931-50D640D7C9FE}" type="pres">
      <dgm:prSet presAssocID="{A9296FB8-0931-420C-BADB-D35C55864FE5}" presName="level3hierChild" presStyleCnt="0"/>
      <dgm:spPr/>
    </dgm:pt>
  </dgm:ptLst>
  <dgm:cxnLst>
    <dgm:cxn modelId="{11518F04-8CE4-4D28-9AEA-763AFDB3C9B7}" type="presOf" srcId="{5AC9B4B4-B6C3-4562-9DEC-84B16916ACFB}" destId="{ABDF6A82-6B8D-48ED-A80D-F0BC104B35D3}" srcOrd="0" destOrd="0" presId="urn:microsoft.com/office/officeart/2005/8/layout/hierarchy2"/>
    <dgm:cxn modelId="{1DFC1910-8850-498E-9815-975BBF4569B9}" type="presOf" srcId="{11583FAE-E54C-4A49-848E-2DE9CD4A020D}" destId="{B587D069-6C23-4246-B9AC-0D665ABA5AA0}" srcOrd="0" destOrd="0" presId="urn:microsoft.com/office/officeart/2005/8/layout/hierarchy2"/>
    <dgm:cxn modelId="{0FFDBB3B-9423-47C2-8D94-EFA44241E58D}" type="presOf" srcId="{4D607DD6-58C1-4645-BCFF-5764F3E52FFB}" destId="{0A6C54CD-9689-49D8-9EFA-787A76B79BC3}" srcOrd="0" destOrd="0" presId="urn:microsoft.com/office/officeart/2005/8/layout/hierarchy2"/>
    <dgm:cxn modelId="{635F013C-C2FA-4C90-8964-D18C632C7BCD}" type="presOf" srcId="{C2BE5AA4-B402-4CF1-9190-BE3CAA6C664D}" destId="{01272274-30FC-451B-A0D9-8237CB0CF30B}" srcOrd="0" destOrd="0" presId="urn:microsoft.com/office/officeart/2005/8/layout/hierarchy2"/>
    <dgm:cxn modelId="{C077C93D-74D6-4690-864A-0E695EE3B523}" type="presOf" srcId="{A9296FB8-0931-420C-BADB-D35C55864FE5}" destId="{36B9FC0D-8F65-4AC5-95AC-638EF34E1176}" srcOrd="0" destOrd="0" presId="urn:microsoft.com/office/officeart/2005/8/layout/hierarchy2"/>
    <dgm:cxn modelId="{C5B25667-382D-473E-B7EB-A8780AC09575}" type="presOf" srcId="{15F91429-BB3B-4C13-A152-ED5BB5FD6DC0}" destId="{13B0A84E-5C5C-421F-A46D-55AEA43A3C6B}" srcOrd="0" destOrd="0" presId="urn:microsoft.com/office/officeart/2005/8/layout/hierarchy2"/>
    <dgm:cxn modelId="{57FCD559-6B0A-4F7E-B90B-D8CFDBED473C}" srcId="{15F91429-BB3B-4C13-A152-ED5BB5FD6DC0}" destId="{C2BE5AA4-B402-4CF1-9190-BE3CAA6C664D}" srcOrd="0" destOrd="0" parTransId="{11583FAE-E54C-4A49-848E-2DE9CD4A020D}" sibTransId="{879FABCB-71DA-45A1-AF6B-700D2D47C60F}"/>
    <dgm:cxn modelId="{920C1D7E-52B7-4456-BFF7-CB90E23279AB}" srcId="{4D607DD6-58C1-4645-BCFF-5764F3E52FFB}" destId="{15F91429-BB3B-4C13-A152-ED5BB5FD6DC0}" srcOrd="0" destOrd="0" parTransId="{2E098EB6-ADD0-4D0F-9039-F7B787DA67A2}" sibTransId="{4BEE694F-3C00-44B8-BC2C-6284C0DDC9F4}"/>
    <dgm:cxn modelId="{23491C80-58D8-4993-8E2C-7850231943E6}" type="presOf" srcId="{11583FAE-E54C-4A49-848E-2DE9CD4A020D}" destId="{1F916AD7-9065-4D31-B7B5-EFEECB8BEA05}" srcOrd="1" destOrd="0" presId="urn:microsoft.com/office/officeart/2005/8/layout/hierarchy2"/>
    <dgm:cxn modelId="{2EBA3EDC-9674-4197-8253-2EFFAFC3AB6E}" type="presOf" srcId="{5AC9B4B4-B6C3-4562-9DEC-84B16916ACFB}" destId="{2DA50D91-6ABB-40D6-BBB2-D4A093D1E748}" srcOrd="1" destOrd="0" presId="urn:microsoft.com/office/officeart/2005/8/layout/hierarchy2"/>
    <dgm:cxn modelId="{77C9C7FC-F611-4E09-AB3E-725A7165E5FF}" srcId="{15F91429-BB3B-4C13-A152-ED5BB5FD6DC0}" destId="{A9296FB8-0931-420C-BADB-D35C55864FE5}" srcOrd="1" destOrd="0" parTransId="{5AC9B4B4-B6C3-4562-9DEC-84B16916ACFB}" sibTransId="{C24CC5CD-45C0-4F40-B007-004745961061}"/>
    <dgm:cxn modelId="{0521F840-5C15-4293-87A0-C08BD9C7916E}" type="presParOf" srcId="{0A6C54CD-9689-49D8-9EFA-787A76B79BC3}" destId="{0F1CD013-0CC8-4E2F-8545-04B05A19EB18}" srcOrd="0" destOrd="0" presId="urn:microsoft.com/office/officeart/2005/8/layout/hierarchy2"/>
    <dgm:cxn modelId="{9DFCC756-98EB-417C-8230-60B4B641951B}" type="presParOf" srcId="{0F1CD013-0CC8-4E2F-8545-04B05A19EB18}" destId="{13B0A84E-5C5C-421F-A46D-55AEA43A3C6B}" srcOrd="0" destOrd="0" presId="urn:microsoft.com/office/officeart/2005/8/layout/hierarchy2"/>
    <dgm:cxn modelId="{F1DF4BB3-2852-49F0-915D-B7DA258539A1}" type="presParOf" srcId="{0F1CD013-0CC8-4E2F-8545-04B05A19EB18}" destId="{77D0425B-6F89-4DAA-908A-58A4869C0F8A}" srcOrd="1" destOrd="0" presId="urn:microsoft.com/office/officeart/2005/8/layout/hierarchy2"/>
    <dgm:cxn modelId="{061AF103-AF15-49C7-AAD5-B52197D0C566}" type="presParOf" srcId="{77D0425B-6F89-4DAA-908A-58A4869C0F8A}" destId="{B587D069-6C23-4246-B9AC-0D665ABA5AA0}" srcOrd="0" destOrd="0" presId="urn:microsoft.com/office/officeart/2005/8/layout/hierarchy2"/>
    <dgm:cxn modelId="{F1BF69ED-6A97-4628-A5A7-37F5AA976D7E}" type="presParOf" srcId="{B587D069-6C23-4246-B9AC-0D665ABA5AA0}" destId="{1F916AD7-9065-4D31-B7B5-EFEECB8BEA05}" srcOrd="0" destOrd="0" presId="urn:microsoft.com/office/officeart/2005/8/layout/hierarchy2"/>
    <dgm:cxn modelId="{49773708-3575-4756-99F6-13FF0C99760A}" type="presParOf" srcId="{77D0425B-6F89-4DAA-908A-58A4869C0F8A}" destId="{4792DB59-395A-4211-81C5-29C6D0F481F8}" srcOrd="1" destOrd="0" presId="urn:microsoft.com/office/officeart/2005/8/layout/hierarchy2"/>
    <dgm:cxn modelId="{714308AC-B0B6-4F08-BC56-E21EB5F240ED}" type="presParOf" srcId="{4792DB59-395A-4211-81C5-29C6D0F481F8}" destId="{01272274-30FC-451B-A0D9-8237CB0CF30B}" srcOrd="0" destOrd="0" presId="urn:microsoft.com/office/officeart/2005/8/layout/hierarchy2"/>
    <dgm:cxn modelId="{CCC0BBEC-49E0-4C24-B600-F2F949A20148}" type="presParOf" srcId="{4792DB59-395A-4211-81C5-29C6D0F481F8}" destId="{7371BE35-83A0-4A76-94DA-E2C17A6DB0E2}" srcOrd="1" destOrd="0" presId="urn:microsoft.com/office/officeart/2005/8/layout/hierarchy2"/>
    <dgm:cxn modelId="{281649A6-5692-4325-AEE4-2897EA83363C}" type="presParOf" srcId="{77D0425B-6F89-4DAA-908A-58A4869C0F8A}" destId="{ABDF6A82-6B8D-48ED-A80D-F0BC104B35D3}" srcOrd="2" destOrd="0" presId="urn:microsoft.com/office/officeart/2005/8/layout/hierarchy2"/>
    <dgm:cxn modelId="{DD3891DE-7159-4666-ACB4-03142BBC223F}" type="presParOf" srcId="{ABDF6A82-6B8D-48ED-A80D-F0BC104B35D3}" destId="{2DA50D91-6ABB-40D6-BBB2-D4A093D1E748}" srcOrd="0" destOrd="0" presId="urn:microsoft.com/office/officeart/2005/8/layout/hierarchy2"/>
    <dgm:cxn modelId="{62DBC12D-882E-4518-AC5C-33D094D6A87B}" type="presParOf" srcId="{77D0425B-6F89-4DAA-908A-58A4869C0F8A}" destId="{9AB6487F-DEAC-49D0-A3DB-336537AAD859}" srcOrd="3" destOrd="0" presId="urn:microsoft.com/office/officeart/2005/8/layout/hierarchy2"/>
    <dgm:cxn modelId="{C1E22702-CA75-495B-9CC0-F39D4B095411}" type="presParOf" srcId="{9AB6487F-DEAC-49D0-A3DB-336537AAD859}" destId="{36B9FC0D-8F65-4AC5-95AC-638EF34E1176}" srcOrd="0" destOrd="0" presId="urn:microsoft.com/office/officeart/2005/8/layout/hierarchy2"/>
    <dgm:cxn modelId="{6072AD13-3D82-4977-9773-7A90224B594C}" type="presParOf" srcId="{9AB6487F-DEAC-49D0-A3DB-336537AAD859}" destId="{A36B659F-5F36-4AAC-8931-50D640D7C9F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FFD66D-2C13-4BE0-B762-6A91FE719D6E}" type="doc">
      <dgm:prSet loTypeId="urn:microsoft.com/office/officeart/2005/8/layout/hierarchy2" loCatId="hierarchy" qsTypeId="urn:microsoft.com/office/officeart/2005/8/quickstyle/simple1#5" qsCatId="simple" csTypeId="urn:microsoft.com/office/officeart/2005/8/colors/accent1_2#2" csCatId="accent1" phldr="1"/>
      <dgm:spPr/>
      <dgm:t>
        <a:bodyPr/>
        <a:lstStyle/>
        <a:p>
          <a:endParaRPr lang="en-GB"/>
        </a:p>
      </dgm:t>
    </dgm:pt>
    <dgm:pt modelId="{902A9DCE-81EA-4EEC-99D2-35E746A566D2}">
      <dgm:prSet phldrT="[Text]"/>
      <dgm:spPr/>
      <dgm:t>
        <a:bodyPr/>
        <a:lstStyle/>
        <a:p>
          <a:r>
            <a:rPr lang="en-GB" dirty="0"/>
            <a:t>Fe + transferrin</a:t>
          </a:r>
        </a:p>
      </dgm:t>
    </dgm:pt>
    <dgm:pt modelId="{CD4E1AB7-605D-4076-B681-D56FFF42B469}" type="parTrans" cxnId="{74FA3FA8-6EBA-4844-A6D5-8C91D5F91112}">
      <dgm:prSet/>
      <dgm:spPr/>
      <dgm:t>
        <a:bodyPr/>
        <a:lstStyle/>
        <a:p>
          <a:endParaRPr lang="en-GB"/>
        </a:p>
      </dgm:t>
    </dgm:pt>
    <dgm:pt modelId="{E03AD600-D5A6-422D-B67C-321E5609EC61}" type="sibTrans" cxnId="{74FA3FA8-6EBA-4844-A6D5-8C91D5F91112}">
      <dgm:prSet/>
      <dgm:spPr/>
      <dgm:t>
        <a:bodyPr/>
        <a:lstStyle/>
        <a:p>
          <a:endParaRPr lang="en-GB"/>
        </a:p>
      </dgm:t>
    </dgm:pt>
    <dgm:pt modelId="{7AE7B0C7-8D48-458A-B367-50C9D352B5FA}">
      <dgm:prSet phldrT="[Text]"/>
      <dgm:spPr/>
      <dgm:t>
        <a:bodyPr/>
        <a:lstStyle/>
        <a:p>
          <a:r>
            <a:rPr lang="en-GB" dirty="0"/>
            <a:t>Erythropoiesis (75%)</a:t>
          </a:r>
        </a:p>
      </dgm:t>
    </dgm:pt>
    <dgm:pt modelId="{5C75AF3F-AA6F-43CF-82A4-ECB6826022D7}" type="parTrans" cxnId="{0CD266DC-9D71-4F41-9C42-337CF96069EB}">
      <dgm:prSet/>
      <dgm:spPr/>
      <dgm:t>
        <a:bodyPr/>
        <a:lstStyle/>
        <a:p>
          <a:endParaRPr lang="en-GB"/>
        </a:p>
      </dgm:t>
    </dgm:pt>
    <dgm:pt modelId="{F23B26DE-58F0-4E3F-966F-17A799F3E4B8}" type="sibTrans" cxnId="{0CD266DC-9D71-4F41-9C42-337CF96069EB}">
      <dgm:prSet/>
      <dgm:spPr/>
      <dgm:t>
        <a:bodyPr/>
        <a:lstStyle/>
        <a:p>
          <a:endParaRPr lang="en-GB"/>
        </a:p>
      </dgm:t>
    </dgm:pt>
    <dgm:pt modelId="{656C7E5D-3DAD-49A9-8759-A47E8B2393B7}">
      <dgm:prSet phldrT="[Text]"/>
      <dgm:spPr/>
      <dgm:t>
        <a:bodyPr/>
        <a:lstStyle/>
        <a:p>
          <a:r>
            <a:rPr lang="en-GB" dirty="0"/>
            <a:t>Synthesis of erythrocytes</a:t>
          </a:r>
        </a:p>
      </dgm:t>
    </dgm:pt>
    <dgm:pt modelId="{346F06CB-1764-4170-812C-D385BEB49AE7}" type="parTrans" cxnId="{C2E30BD8-64B6-4AAF-843E-07C34F960BAB}">
      <dgm:prSet/>
      <dgm:spPr/>
      <dgm:t>
        <a:bodyPr/>
        <a:lstStyle/>
        <a:p>
          <a:endParaRPr lang="en-GB"/>
        </a:p>
      </dgm:t>
    </dgm:pt>
    <dgm:pt modelId="{1B5C07B1-2F3C-4601-96AB-A7BB041BCAEE}" type="sibTrans" cxnId="{C2E30BD8-64B6-4AAF-843E-07C34F960BAB}">
      <dgm:prSet/>
      <dgm:spPr/>
      <dgm:t>
        <a:bodyPr/>
        <a:lstStyle/>
        <a:p>
          <a:endParaRPr lang="en-GB"/>
        </a:p>
      </dgm:t>
    </dgm:pt>
    <dgm:pt modelId="{9426270F-223F-4329-9BEB-D1BA7475E7BF}">
      <dgm:prSet phldrT="[Text]"/>
      <dgm:spPr/>
      <dgm:t>
        <a:bodyPr/>
        <a:lstStyle/>
        <a:p>
          <a:r>
            <a:rPr lang="en-GB" dirty="0"/>
            <a:t>Liver </a:t>
          </a:r>
        </a:p>
      </dgm:t>
    </dgm:pt>
    <dgm:pt modelId="{3A9CF548-5FC2-4B46-8795-C607EC514F0F}" type="parTrans" cxnId="{0AE8073D-8478-4E38-92CD-0C1AEE0FB7B7}">
      <dgm:prSet/>
      <dgm:spPr/>
      <dgm:t>
        <a:bodyPr/>
        <a:lstStyle/>
        <a:p>
          <a:endParaRPr lang="en-GB"/>
        </a:p>
      </dgm:t>
    </dgm:pt>
    <dgm:pt modelId="{58FEE783-7E7C-4083-BD74-0B061420D1B7}" type="sibTrans" cxnId="{0AE8073D-8478-4E38-92CD-0C1AEE0FB7B7}">
      <dgm:prSet/>
      <dgm:spPr/>
      <dgm:t>
        <a:bodyPr/>
        <a:lstStyle/>
        <a:p>
          <a:endParaRPr lang="en-GB"/>
        </a:p>
      </dgm:t>
    </dgm:pt>
    <dgm:pt modelId="{88FEDBFE-AA0F-44BA-BDA8-AF9F99E6CA61}">
      <dgm:prSet phldrT="[Text]"/>
      <dgm:spPr/>
      <dgm:t>
        <a:bodyPr/>
        <a:lstStyle/>
        <a:p>
          <a:r>
            <a:rPr lang="en-GB" dirty="0"/>
            <a:t>Storage as ferritin</a:t>
          </a:r>
        </a:p>
      </dgm:t>
    </dgm:pt>
    <dgm:pt modelId="{463C73C2-21CB-4BCB-80F7-1D26BA5879EA}" type="parTrans" cxnId="{A7A3D1BE-AC86-4AEC-AF9E-E6188B94AA0D}">
      <dgm:prSet/>
      <dgm:spPr/>
      <dgm:t>
        <a:bodyPr/>
        <a:lstStyle/>
        <a:p>
          <a:endParaRPr lang="en-GB"/>
        </a:p>
      </dgm:t>
    </dgm:pt>
    <dgm:pt modelId="{A2AE9A7F-5444-46A3-A3C6-206BBFC4C787}" type="sibTrans" cxnId="{A7A3D1BE-AC86-4AEC-AF9E-E6188B94AA0D}">
      <dgm:prSet/>
      <dgm:spPr/>
      <dgm:t>
        <a:bodyPr/>
        <a:lstStyle/>
        <a:p>
          <a:endParaRPr lang="en-GB"/>
        </a:p>
      </dgm:t>
    </dgm:pt>
    <dgm:pt modelId="{0F60A409-90CC-42EB-8A16-78838513DCB2}" type="pres">
      <dgm:prSet presAssocID="{70FFD66D-2C13-4BE0-B762-6A91FE719D6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C2DC21E-A851-499D-9BBD-934EB2107055}" type="pres">
      <dgm:prSet presAssocID="{902A9DCE-81EA-4EEC-99D2-35E746A566D2}" presName="root1" presStyleCnt="0"/>
      <dgm:spPr/>
    </dgm:pt>
    <dgm:pt modelId="{9634A40D-C3FD-4B88-B1C4-37A1EC42E937}" type="pres">
      <dgm:prSet presAssocID="{902A9DCE-81EA-4EEC-99D2-35E746A566D2}" presName="LevelOneTextNode" presStyleLbl="node0" presStyleIdx="0" presStyleCnt="1">
        <dgm:presLayoutVars>
          <dgm:chPref val="3"/>
        </dgm:presLayoutVars>
      </dgm:prSet>
      <dgm:spPr/>
    </dgm:pt>
    <dgm:pt modelId="{CB65CBCF-5CCC-480B-87A7-DBBD40D8E33C}" type="pres">
      <dgm:prSet presAssocID="{902A9DCE-81EA-4EEC-99D2-35E746A566D2}" presName="level2hierChild" presStyleCnt="0"/>
      <dgm:spPr/>
    </dgm:pt>
    <dgm:pt modelId="{66233E2B-58A4-4999-8870-DD454E2AAAB8}" type="pres">
      <dgm:prSet presAssocID="{5C75AF3F-AA6F-43CF-82A4-ECB6826022D7}" presName="conn2-1" presStyleLbl="parChTrans1D2" presStyleIdx="0" presStyleCnt="2"/>
      <dgm:spPr/>
    </dgm:pt>
    <dgm:pt modelId="{17C2458F-8671-4465-A44E-BD3F03453FD4}" type="pres">
      <dgm:prSet presAssocID="{5C75AF3F-AA6F-43CF-82A4-ECB6826022D7}" presName="connTx" presStyleLbl="parChTrans1D2" presStyleIdx="0" presStyleCnt="2"/>
      <dgm:spPr/>
    </dgm:pt>
    <dgm:pt modelId="{A1412103-E224-45FA-BCB7-AE07630CE6FE}" type="pres">
      <dgm:prSet presAssocID="{7AE7B0C7-8D48-458A-B367-50C9D352B5FA}" presName="root2" presStyleCnt="0"/>
      <dgm:spPr/>
    </dgm:pt>
    <dgm:pt modelId="{74AB6C8E-3DC2-445C-B4BB-BC5B298BB367}" type="pres">
      <dgm:prSet presAssocID="{7AE7B0C7-8D48-458A-B367-50C9D352B5FA}" presName="LevelTwoTextNode" presStyleLbl="node2" presStyleIdx="0" presStyleCnt="2">
        <dgm:presLayoutVars>
          <dgm:chPref val="3"/>
        </dgm:presLayoutVars>
      </dgm:prSet>
      <dgm:spPr/>
    </dgm:pt>
    <dgm:pt modelId="{C692F969-520D-4D30-A64F-BAE1A273AD19}" type="pres">
      <dgm:prSet presAssocID="{7AE7B0C7-8D48-458A-B367-50C9D352B5FA}" presName="level3hierChild" presStyleCnt="0"/>
      <dgm:spPr/>
    </dgm:pt>
    <dgm:pt modelId="{A5EEA993-7335-4AF4-9C38-E423C78AD105}" type="pres">
      <dgm:prSet presAssocID="{346F06CB-1764-4170-812C-D385BEB49AE7}" presName="conn2-1" presStyleLbl="parChTrans1D3" presStyleIdx="0" presStyleCnt="2"/>
      <dgm:spPr/>
    </dgm:pt>
    <dgm:pt modelId="{4E497A43-3378-47AC-BCB6-2C43B1E424D9}" type="pres">
      <dgm:prSet presAssocID="{346F06CB-1764-4170-812C-D385BEB49AE7}" presName="connTx" presStyleLbl="parChTrans1D3" presStyleIdx="0" presStyleCnt="2"/>
      <dgm:spPr/>
    </dgm:pt>
    <dgm:pt modelId="{5920A1D1-7431-4E2B-99E9-0B521CE88163}" type="pres">
      <dgm:prSet presAssocID="{656C7E5D-3DAD-49A9-8759-A47E8B2393B7}" presName="root2" presStyleCnt="0"/>
      <dgm:spPr/>
    </dgm:pt>
    <dgm:pt modelId="{3DD27800-272B-4F7D-BEB4-2219163FF6DF}" type="pres">
      <dgm:prSet presAssocID="{656C7E5D-3DAD-49A9-8759-A47E8B2393B7}" presName="LevelTwoTextNode" presStyleLbl="node3" presStyleIdx="0" presStyleCnt="2">
        <dgm:presLayoutVars>
          <dgm:chPref val="3"/>
        </dgm:presLayoutVars>
      </dgm:prSet>
      <dgm:spPr/>
    </dgm:pt>
    <dgm:pt modelId="{986A130D-8FD5-43D2-B29B-6377BB25FFD6}" type="pres">
      <dgm:prSet presAssocID="{656C7E5D-3DAD-49A9-8759-A47E8B2393B7}" presName="level3hierChild" presStyleCnt="0"/>
      <dgm:spPr/>
    </dgm:pt>
    <dgm:pt modelId="{E491925D-3584-48F5-8CEF-45D6294D30C5}" type="pres">
      <dgm:prSet presAssocID="{3A9CF548-5FC2-4B46-8795-C607EC514F0F}" presName="conn2-1" presStyleLbl="parChTrans1D2" presStyleIdx="1" presStyleCnt="2"/>
      <dgm:spPr/>
    </dgm:pt>
    <dgm:pt modelId="{15A4B6B2-D298-4755-A5A4-A9E78192F801}" type="pres">
      <dgm:prSet presAssocID="{3A9CF548-5FC2-4B46-8795-C607EC514F0F}" presName="connTx" presStyleLbl="parChTrans1D2" presStyleIdx="1" presStyleCnt="2"/>
      <dgm:spPr/>
    </dgm:pt>
    <dgm:pt modelId="{0F1C933F-CEAA-4164-81DC-B4CBA57486EB}" type="pres">
      <dgm:prSet presAssocID="{9426270F-223F-4329-9BEB-D1BA7475E7BF}" presName="root2" presStyleCnt="0"/>
      <dgm:spPr/>
    </dgm:pt>
    <dgm:pt modelId="{1BEFC297-54DE-4F46-97C7-B628C1B6795C}" type="pres">
      <dgm:prSet presAssocID="{9426270F-223F-4329-9BEB-D1BA7475E7BF}" presName="LevelTwoTextNode" presStyleLbl="node2" presStyleIdx="1" presStyleCnt="2">
        <dgm:presLayoutVars>
          <dgm:chPref val="3"/>
        </dgm:presLayoutVars>
      </dgm:prSet>
      <dgm:spPr/>
    </dgm:pt>
    <dgm:pt modelId="{CF20CA17-EE77-45EB-B52E-15E53EBA5180}" type="pres">
      <dgm:prSet presAssocID="{9426270F-223F-4329-9BEB-D1BA7475E7BF}" presName="level3hierChild" presStyleCnt="0"/>
      <dgm:spPr/>
    </dgm:pt>
    <dgm:pt modelId="{CD269570-BC3C-43B8-B70B-2C0FC8318508}" type="pres">
      <dgm:prSet presAssocID="{463C73C2-21CB-4BCB-80F7-1D26BA5879EA}" presName="conn2-1" presStyleLbl="parChTrans1D3" presStyleIdx="1" presStyleCnt="2"/>
      <dgm:spPr/>
    </dgm:pt>
    <dgm:pt modelId="{9D9443DE-BF02-403E-BA9A-E960044F76B9}" type="pres">
      <dgm:prSet presAssocID="{463C73C2-21CB-4BCB-80F7-1D26BA5879EA}" presName="connTx" presStyleLbl="parChTrans1D3" presStyleIdx="1" presStyleCnt="2"/>
      <dgm:spPr/>
    </dgm:pt>
    <dgm:pt modelId="{E74C358E-AC70-471B-A7EB-2C1AE4B90EC4}" type="pres">
      <dgm:prSet presAssocID="{88FEDBFE-AA0F-44BA-BDA8-AF9F99E6CA61}" presName="root2" presStyleCnt="0"/>
      <dgm:spPr/>
    </dgm:pt>
    <dgm:pt modelId="{4CBD8CFF-4FAA-459A-A420-49F549A9228F}" type="pres">
      <dgm:prSet presAssocID="{88FEDBFE-AA0F-44BA-BDA8-AF9F99E6CA61}" presName="LevelTwoTextNode" presStyleLbl="node3" presStyleIdx="1" presStyleCnt="2">
        <dgm:presLayoutVars>
          <dgm:chPref val="3"/>
        </dgm:presLayoutVars>
      </dgm:prSet>
      <dgm:spPr/>
    </dgm:pt>
    <dgm:pt modelId="{8534787E-3D3F-4444-8187-7E73C43C47C3}" type="pres">
      <dgm:prSet presAssocID="{88FEDBFE-AA0F-44BA-BDA8-AF9F99E6CA61}" presName="level3hierChild" presStyleCnt="0"/>
      <dgm:spPr/>
    </dgm:pt>
  </dgm:ptLst>
  <dgm:cxnLst>
    <dgm:cxn modelId="{0AE8073D-8478-4E38-92CD-0C1AEE0FB7B7}" srcId="{902A9DCE-81EA-4EEC-99D2-35E746A566D2}" destId="{9426270F-223F-4329-9BEB-D1BA7475E7BF}" srcOrd="1" destOrd="0" parTransId="{3A9CF548-5FC2-4B46-8795-C607EC514F0F}" sibTransId="{58FEE783-7E7C-4083-BD74-0B061420D1B7}"/>
    <dgm:cxn modelId="{ADFE7A42-46DF-4AA0-89A4-9AE93713B019}" type="presOf" srcId="{3A9CF548-5FC2-4B46-8795-C607EC514F0F}" destId="{E491925D-3584-48F5-8CEF-45D6294D30C5}" srcOrd="0" destOrd="0" presId="urn:microsoft.com/office/officeart/2005/8/layout/hierarchy2"/>
    <dgm:cxn modelId="{3ABDC67F-9D9F-4EF3-BBAE-1D991178617C}" type="presOf" srcId="{88FEDBFE-AA0F-44BA-BDA8-AF9F99E6CA61}" destId="{4CBD8CFF-4FAA-459A-A420-49F549A9228F}" srcOrd="0" destOrd="0" presId="urn:microsoft.com/office/officeart/2005/8/layout/hierarchy2"/>
    <dgm:cxn modelId="{4AB8EA82-853A-4FB9-BE4B-A5C233E33D12}" type="presOf" srcId="{463C73C2-21CB-4BCB-80F7-1D26BA5879EA}" destId="{CD269570-BC3C-43B8-B70B-2C0FC8318508}" srcOrd="0" destOrd="0" presId="urn:microsoft.com/office/officeart/2005/8/layout/hierarchy2"/>
    <dgm:cxn modelId="{AA94DB99-A3C7-46FF-91E5-2937E84BF4ED}" type="presOf" srcId="{656C7E5D-3DAD-49A9-8759-A47E8B2393B7}" destId="{3DD27800-272B-4F7D-BEB4-2219163FF6DF}" srcOrd="0" destOrd="0" presId="urn:microsoft.com/office/officeart/2005/8/layout/hierarchy2"/>
    <dgm:cxn modelId="{9651A9A5-6F59-44FC-9432-D20F8F7327DF}" type="presOf" srcId="{346F06CB-1764-4170-812C-D385BEB49AE7}" destId="{4E497A43-3378-47AC-BCB6-2C43B1E424D9}" srcOrd="1" destOrd="0" presId="urn:microsoft.com/office/officeart/2005/8/layout/hierarchy2"/>
    <dgm:cxn modelId="{74FA3FA8-6EBA-4844-A6D5-8C91D5F91112}" srcId="{70FFD66D-2C13-4BE0-B762-6A91FE719D6E}" destId="{902A9DCE-81EA-4EEC-99D2-35E746A566D2}" srcOrd="0" destOrd="0" parTransId="{CD4E1AB7-605D-4076-B681-D56FFF42B469}" sibTransId="{E03AD600-D5A6-422D-B67C-321E5609EC61}"/>
    <dgm:cxn modelId="{736B94B7-C4BA-4FC9-AEF8-4E7537AEB3F7}" type="presOf" srcId="{5C75AF3F-AA6F-43CF-82A4-ECB6826022D7}" destId="{17C2458F-8671-4465-A44E-BD3F03453FD4}" srcOrd="1" destOrd="0" presId="urn:microsoft.com/office/officeart/2005/8/layout/hierarchy2"/>
    <dgm:cxn modelId="{BC301DB9-260C-420F-98E2-BB19E7B5E89A}" type="presOf" srcId="{7AE7B0C7-8D48-458A-B367-50C9D352B5FA}" destId="{74AB6C8E-3DC2-445C-B4BB-BC5B298BB367}" srcOrd="0" destOrd="0" presId="urn:microsoft.com/office/officeart/2005/8/layout/hierarchy2"/>
    <dgm:cxn modelId="{A7A3D1BE-AC86-4AEC-AF9E-E6188B94AA0D}" srcId="{9426270F-223F-4329-9BEB-D1BA7475E7BF}" destId="{88FEDBFE-AA0F-44BA-BDA8-AF9F99E6CA61}" srcOrd="0" destOrd="0" parTransId="{463C73C2-21CB-4BCB-80F7-1D26BA5879EA}" sibTransId="{A2AE9A7F-5444-46A3-A3C6-206BBFC4C787}"/>
    <dgm:cxn modelId="{434843CC-F8F9-4289-9867-875179A120E7}" type="presOf" srcId="{346F06CB-1764-4170-812C-D385BEB49AE7}" destId="{A5EEA993-7335-4AF4-9C38-E423C78AD105}" srcOrd="0" destOrd="0" presId="urn:microsoft.com/office/officeart/2005/8/layout/hierarchy2"/>
    <dgm:cxn modelId="{7EA664D7-6989-4BB2-98DA-E9591DC15626}" type="presOf" srcId="{70FFD66D-2C13-4BE0-B762-6A91FE719D6E}" destId="{0F60A409-90CC-42EB-8A16-78838513DCB2}" srcOrd="0" destOrd="0" presId="urn:microsoft.com/office/officeart/2005/8/layout/hierarchy2"/>
    <dgm:cxn modelId="{C2E30BD8-64B6-4AAF-843E-07C34F960BAB}" srcId="{7AE7B0C7-8D48-458A-B367-50C9D352B5FA}" destId="{656C7E5D-3DAD-49A9-8759-A47E8B2393B7}" srcOrd="0" destOrd="0" parTransId="{346F06CB-1764-4170-812C-D385BEB49AE7}" sibTransId="{1B5C07B1-2F3C-4601-96AB-A7BB041BCAEE}"/>
    <dgm:cxn modelId="{0CD266DC-9D71-4F41-9C42-337CF96069EB}" srcId="{902A9DCE-81EA-4EEC-99D2-35E746A566D2}" destId="{7AE7B0C7-8D48-458A-B367-50C9D352B5FA}" srcOrd="0" destOrd="0" parTransId="{5C75AF3F-AA6F-43CF-82A4-ECB6826022D7}" sibTransId="{F23B26DE-58F0-4E3F-966F-17A799F3E4B8}"/>
    <dgm:cxn modelId="{803D9CDE-F77C-4D79-A052-35564BB41608}" type="presOf" srcId="{5C75AF3F-AA6F-43CF-82A4-ECB6826022D7}" destId="{66233E2B-58A4-4999-8870-DD454E2AAAB8}" srcOrd="0" destOrd="0" presId="urn:microsoft.com/office/officeart/2005/8/layout/hierarchy2"/>
    <dgm:cxn modelId="{5B5D83E3-2FBF-4C91-8222-6027B8853EC3}" type="presOf" srcId="{3A9CF548-5FC2-4B46-8795-C607EC514F0F}" destId="{15A4B6B2-D298-4755-A5A4-A9E78192F801}" srcOrd="1" destOrd="0" presId="urn:microsoft.com/office/officeart/2005/8/layout/hierarchy2"/>
    <dgm:cxn modelId="{9173ECE9-10DE-49C9-809B-CF8127002A46}" type="presOf" srcId="{902A9DCE-81EA-4EEC-99D2-35E746A566D2}" destId="{9634A40D-C3FD-4B88-B1C4-37A1EC42E937}" srcOrd="0" destOrd="0" presId="urn:microsoft.com/office/officeart/2005/8/layout/hierarchy2"/>
    <dgm:cxn modelId="{5177A1ED-A4A7-4FE1-8973-5F4D43D9760A}" type="presOf" srcId="{463C73C2-21CB-4BCB-80F7-1D26BA5879EA}" destId="{9D9443DE-BF02-403E-BA9A-E960044F76B9}" srcOrd="1" destOrd="0" presId="urn:microsoft.com/office/officeart/2005/8/layout/hierarchy2"/>
    <dgm:cxn modelId="{33D359EE-E016-4B34-A16A-CA95378C4273}" type="presOf" srcId="{9426270F-223F-4329-9BEB-D1BA7475E7BF}" destId="{1BEFC297-54DE-4F46-97C7-B628C1B6795C}" srcOrd="0" destOrd="0" presId="urn:microsoft.com/office/officeart/2005/8/layout/hierarchy2"/>
    <dgm:cxn modelId="{9654AF5E-BA71-4A45-9DAE-3DFFC25DEB2E}" type="presParOf" srcId="{0F60A409-90CC-42EB-8A16-78838513DCB2}" destId="{AC2DC21E-A851-499D-9BBD-934EB2107055}" srcOrd="0" destOrd="0" presId="urn:microsoft.com/office/officeart/2005/8/layout/hierarchy2"/>
    <dgm:cxn modelId="{776BDF63-EF8E-4BD7-B63C-D1EEFBBFB0CC}" type="presParOf" srcId="{AC2DC21E-A851-499D-9BBD-934EB2107055}" destId="{9634A40D-C3FD-4B88-B1C4-37A1EC42E937}" srcOrd="0" destOrd="0" presId="urn:microsoft.com/office/officeart/2005/8/layout/hierarchy2"/>
    <dgm:cxn modelId="{B2DCA2C1-0485-42E7-9BBD-0C52267E8CF8}" type="presParOf" srcId="{AC2DC21E-A851-499D-9BBD-934EB2107055}" destId="{CB65CBCF-5CCC-480B-87A7-DBBD40D8E33C}" srcOrd="1" destOrd="0" presId="urn:microsoft.com/office/officeart/2005/8/layout/hierarchy2"/>
    <dgm:cxn modelId="{4E600962-7CFA-44FC-9A3E-B25A908E82AD}" type="presParOf" srcId="{CB65CBCF-5CCC-480B-87A7-DBBD40D8E33C}" destId="{66233E2B-58A4-4999-8870-DD454E2AAAB8}" srcOrd="0" destOrd="0" presId="urn:microsoft.com/office/officeart/2005/8/layout/hierarchy2"/>
    <dgm:cxn modelId="{2C9EF8BD-B58B-414E-BB65-50F084A347E5}" type="presParOf" srcId="{66233E2B-58A4-4999-8870-DD454E2AAAB8}" destId="{17C2458F-8671-4465-A44E-BD3F03453FD4}" srcOrd="0" destOrd="0" presId="urn:microsoft.com/office/officeart/2005/8/layout/hierarchy2"/>
    <dgm:cxn modelId="{30AC7536-F26D-47BA-96F5-5290B96A17A6}" type="presParOf" srcId="{CB65CBCF-5CCC-480B-87A7-DBBD40D8E33C}" destId="{A1412103-E224-45FA-BCB7-AE07630CE6FE}" srcOrd="1" destOrd="0" presId="urn:microsoft.com/office/officeart/2005/8/layout/hierarchy2"/>
    <dgm:cxn modelId="{4634EE8A-4561-4090-9850-BC23E6D3D494}" type="presParOf" srcId="{A1412103-E224-45FA-BCB7-AE07630CE6FE}" destId="{74AB6C8E-3DC2-445C-B4BB-BC5B298BB367}" srcOrd="0" destOrd="0" presId="urn:microsoft.com/office/officeart/2005/8/layout/hierarchy2"/>
    <dgm:cxn modelId="{B70F3F62-6BB6-431D-9CA7-638A646FFDE7}" type="presParOf" srcId="{A1412103-E224-45FA-BCB7-AE07630CE6FE}" destId="{C692F969-520D-4D30-A64F-BAE1A273AD19}" srcOrd="1" destOrd="0" presId="urn:microsoft.com/office/officeart/2005/8/layout/hierarchy2"/>
    <dgm:cxn modelId="{958B5E24-5CE5-499C-95E6-1C758038A68E}" type="presParOf" srcId="{C692F969-520D-4D30-A64F-BAE1A273AD19}" destId="{A5EEA993-7335-4AF4-9C38-E423C78AD105}" srcOrd="0" destOrd="0" presId="urn:microsoft.com/office/officeart/2005/8/layout/hierarchy2"/>
    <dgm:cxn modelId="{4B7A22AF-F396-4CC7-93A8-5FD7873A5D68}" type="presParOf" srcId="{A5EEA993-7335-4AF4-9C38-E423C78AD105}" destId="{4E497A43-3378-47AC-BCB6-2C43B1E424D9}" srcOrd="0" destOrd="0" presId="urn:microsoft.com/office/officeart/2005/8/layout/hierarchy2"/>
    <dgm:cxn modelId="{67780A43-0710-4DA8-8038-CC2B42DE2745}" type="presParOf" srcId="{C692F969-520D-4D30-A64F-BAE1A273AD19}" destId="{5920A1D1-7431-4E2B-99E9-0B521CE88163}" srcOrd="1" destOrd="0" presId="urn:microsoft.com/office/officeart/2005/8/layout/hierarchy2"/>
    <dgm:cxn modelId="{E30ABA0B-8781-4C6C-BB36-85282430A037}" type="presParOf" srcId="{5920A1D1-7431-4E2B-99E9-0B521CE88163}" destId="{3DD27800-272B-4F7D-BEB4-2219163FF6DF}" srcOrd="0" destOrd="0" presId="urn:microsoft.com/office/officeart/2005/8/layout/hierarchy2"/>
    <dgm:cxn modelId="{E7593552-77C7-483A-841C-047FF3A9EA03}" type="presParOf" srcId="{5920A1D1-7431-4E2B-99E9-0B521CE88163}" destId="{986A130D-8FD5-43D2-B29B-6377BB25FFD6}" srcOrd="1" destOrd="0" presId="urn:microsoft.com/office/officeart/2005/8/layout/hierarchy2"/>
    <dgm:cxn modelId="{B14A4071-5F9E-481C-9D37-A95DA97E26E3}" type="presParOf" srcId="{CB65CBCF-5CCC-480B-87A7-DBBD40D8E33C}" destId="{E491925D-3584-48F5-8CEF-45D6294D30C5}" srcOrd="2" destOrd="0" presId="urn:microsoft.com/office/officeart/2005/8/layout/hierarchy2"/>
    <dgm:cxn modelId="{83213DE8-52D0-4722-987E-9F1AF4BA3120}" type="presParOf" srcId="{E491925D-3584-48F5-8CEF-45D6294D30C5}" destId="{15A4B6B2-D298-4755-A5A4-A9E78192F801}" srcOrd="0" destOrd="0" presId="urn:microsoft.com/office/officeart/2005/8/layout/hierarchy2"/>
    <dgm:cxn modelId="{BB83A463-FE04-412D-8ED6-C53AB8757FD6}" type="presParOf" srcId="{CB65CBCF-5CCC-480B-87A7-DBBD40D8E33C}" destId="{0F1C933F-CEAA-4164-81DC-B4CBA57486EB}" srcOrd="3" destOrd="0" presId="urn:microsoft.com/office/officeart/2005/8/layout/hierarchy2"/>
    <dgm:cxn modelId="{1B834287-831B-49AD-9B68-BF12F6A2A736}" type="presParOf" srcId="{0F1C933F-CEAA-4164-81DC-B4CBA57486EB}" destId="{1BEFC297-54DE-4F46-97C7-B628C1B6795C}" srcOrd="0" destOrd="0" presId="urn:microsoft.com/office/officeart/2005/8/layout/hierarchy2"/>
    <dgm:cxn modelId="{F97D911B-83C0-4C6F-8AB1-D813D772D9EA}" type="presParOf" srcId="{0F1C933F-CEAA-4164-81DC-B4CBA57486EB}" destId="{CF20CA17-EE77-45EB-B52E-15E53EBA5180}" srcOrd="1" destOrd="0" presId="urn:microsoft.com/office/officeart/2005/8/layout/hierarchy2"/>
    <dgm:cxn modelId="{469D81E7-B4E5-42B9-AF62-4810E3B073E3}" type="presParOf" srcId="{CF20CA17-EE77-45EB-B52E-15E53EBA5180}" destId="{CD269570-BC3C-43B8-B70B-2C0FC8318508}" srcOrd="0" destOrd="0" presId="urn:microsoft.com/office/officeart/2005/8/layout/hierarchy2"/>
    <dgm:cxn modelId="{D3AC0CD1-1131-4AC1-B393-8E9B0F137E16}" type="presParOf" srcId="{CD269570-BC3C-43B8-B70B-2C0FC8318508}" destId="{9D9443DE-BF02-403E-BA9A-E960044F76B9}" srcOrd="0" destOrd="0" presId="urn:microsoft.com/office/officeart/2005/8/layout/hierarchy2"/>
    <dgm:cxn modelId="{16B8FCFD-10FF-4A88-953A-E2736D646FAD}" type="presParOf" srcId="{CF20CA17-EE77-45EB-B52E-15E53EBA5180}" destId="{E74C358E-AC70-471B-A7EB-2C1AE4B90EC4}" srcOrd="1" destOrd="0" presId="urn:microsoft.com/office/officeart/2005/8/layout/hierarchy2"/>
    <dgm:cxn modelId="{AABDCFAD-FECA-4A3A-9D9B-3EE85D93370C}" type="presParOf" srcId="{E74C358E-AC70-471B-A7EB-2C1AE4B90EC4}" destId="{4CBD8CFF-4FAA-459A-A420-49F549A9228F}" srcOrd="0" destOrd="0" presId="urn:microsoft.com/office/officeart/2005/8/layout/hierarchy2"/>
    <dgm:cxn modelId="{5B0900A5-FCCA-472A-AEB2-93612414848E}" type="presParOf" srcId="{E74C358E-AC70-471B-A7EB-2C1AE4B90EC4}" destId="{8534787E-3D3F-4444-8187-7E73C43C47C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0A84E-5C5C-421F-A46D-55AEA43A3C6B}">
      <dsp:nvSpPr>
        <dsp:cNvPr id="0" name=""/>
        <dsp:cNvSpPr/>
      </dsp:nvSpPr>
      <dsp:spPr>
        <a:xfrm>
          <a:off x="882" y="954360"/>
          <a:ext cx="1343034" cy="6715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Fe in the body</a:t>
          </a:r>
        </a:p>
      </dsp:txBody>
      <dsp:txXfrm>
        <a:off x="20550" y="974028"/>
        <a:ext cx="1303698" cy="632181"/>
      </dsp:txXfrm>
    </dsp:sp>
    <dsp:sp modelId="{B587D069-6C23-4246-B9AC-0D665ABA5AA0}">
      <dsp:nvSpPr>
        <dsp:cNvPr id="0" name=""/>
        <dsp:cNvSpPr/>
      </dsp:nvSpPr>
      <dsp:spPr>
        <a:xfrm rot="19457599">
          <a:off x="1281732" y="1073635"/>
          <a:ext cx="661580" cy="46845"/>
        </a:xfrm>
        <a:custGeom>
          <a:avLst/>
          <a:gdLst/>
          <a:ahLst/>
          <a:cxnLst/>
          <a:rect l="0" t="0" r="0" b="0"/>
          <a:pathLst>
            <a:path>
              <a:moveTo>
                <a:pt x="0" y="23422"/>
              </a:moveTo>
              <a:lnTo>
                <a:pt x="661580" y="2342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595983" y="1080518"/>
        <a:ext cx="33079" cy="33079"/>
      </dsp:txXfrm>
    </dsp:sp>
    <dsp:sp modelId="{01272274-30FC-451B-A0D9-8237CB0CF30B}">
      <dsp:nvSpPr>
        <dsp:cNvPr id="0" name=""/>
        <dsp:cNvSpPr/>
      </dsp:nvSpPr>
      <dsp:spPr>
        <a:xfrm>
          <a:off x="1881129" y="568238"/>
          <a:ext cx="1343034" cy="6715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Ferrous (Fe</a:t>
          </a:r>
          <a:r>
            <a:rPr lang="en-GB" sz="2100" kern="1200" baseline="30000" dirty="0"/>
            <a:t>2+</a:t>
          </a:r>
          <a:r>
            <a:rPr lang="en-GB" sz="2100" kern="1200" dirty="0"/>
            <a:t>)</a:t>
          </a:r>
        </a:p>
      </dsp:txBody>
      <dsp:txXfrm>
        <a:off x="1900797" y="587906"/>
        <a:ext cx="1303698" cy="632181"/>
      </dsp:txXfrm>
    </dsp:sp>
    <dsp:sp modelId="{ABDF6A82-6B8D-48ED-A80D-F0BC104B35D3}">
      <dsp:nvSpPr>
        <dsp:cNvPr id="0" name=""/>
        <dsp:cNvSpPr/>
      </dsp:nvSpPr>
      <dsp:spPr>
        <a:xfrm rot="2142401">
          <a:off x="1281732" y="1459757"/>
          <a:ext cx="661580" cy="46845"/>
        </a:xfrm>
        <a:custGeom>
          <a:avLst/>
          <a:gdLst/>
          <a:ahLst/>
          <a:cxnLst/>
          <a:rect l="0" t="0" r="0" b="0"/>
          <a:pathLst>
            <a:path>
              <a:moveTo>
                <a:pt x="0" y="23422"/>
              </a:moveTo>
              <a:lnTo>
                <a:pt x="661580" y="2342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595983" y="1466640"/>
        <a:ext cx="33079" cy="33079"/>
      </dsp:txXfrm>
    </dsp:sp>
    <dsp:sp modelId="{36B9FC0D-8F65-4AC5-95AC-638EF34E1176}">
      <dsp:nvSpPr>
        <dsp:cNvPr id="0" name=""/>
        <dsp:cNvSpPr/>
      </dsp:nvSpPr>
      <dsp:spPr>
        <a:xfrm>
          <a:off x="1881129" y="1340482"/>
          <a:ext cx="1343034" cy="6715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Ferritin (Fe</a:t>
          </a:r>
          <a:r>
            <a:rPr lang="en-GB" sz="2100" kern="1200" baseline="30000" dirty="0"/>
            <a:t>3+</a:t>
          </a:r>
          <a:r>
            <a:rPr lang="en-GB" sz="2100" kern="1200" dirty="0"/>
            <a:t>)</a:t>
          </a:r>
        </a:p>
      </dsp:txBody>
      <dsp:txXfrm>
        <a:off x="1900797" y="1360150"/>
        <a:ext cx="1303698" cy="6321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4A40D-C3FD-4B88-B1C4-37A1EC42E937}">
      <dsp:nvSpPr>
        <dsp:cNvPr id="0" name=""/>
        <dsp:cNvSpPr/>
      </dsp:nvSpPr>
      <dsp:spPr>
        <a:xfrm>
          <a:off x="3400" y="1806214"/>
          <a:ext cx="1533063" cy="766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Fe + transferrin</a:t>
          </a:r>
        </a:p>
      </dsp:txBody>
      <dsp:txXfrm>
        <a:off x="25851" y="1828665"/>
        <a:ext cx="1488161" cy="721629"/>
      </dsp:txXfrm>
    </dsp:sp>
    <dsp:sp modelId="{66233E2B-58A4-4999-8870-DD454E2AAAB8}">
      <dsp:nvSpPr>
        <dsp:cNvPr id="0" name=""/>
        <dsp:cNvSpPr/>
      </dsp:nvSpPr>
      <dsp:spPr>
        <a:xfrm rot="19457599">
          <a:off x="1465482" y="1953348"/>
          <a:ext cx="755189" cy="31508"/>
        </a:xfrm>
        <a:custGeom>
          <a:avLst/>
          <a:gdLst/>
          <a:ahLst/>
          <a:cxnLst/>
          <a:rect l="0" t="0" r="0" b="0"/>
          <a:pathLst>
            <a:path>
              <a:moveTo>
                <a:pt x="0" y="15754"/>
              </a:moveTo>
              <a:lnTo>
                <a:pt x="755189" y="157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824197" y="1950222"/>
        <a:ext cx="37759" cy="37759"/>
      </dsp:txXfrm>
    </dsp:sp>
    <dsp:sp modelId="{74AB6C8E-3DC2-445C-B4BB-BC5B298BB367}">
      <dsp:nvSpPr>
        <dsp:cNvPr id="0" name=""/>
        <dsp:cNvSpPr/>
      </dsp:nvSpPr>
      <dsp:spPr>
        <a:xfrm>
          <a:off x="2149690" y="1365458"/>
          <a:ext cx="1533063" cy="766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Erythropoiesis (75%)</a:t>
          </a:r>
        </a:p>
      </dsp:txBody>
      <dsp:txXfrm>
        <a:off x="2172141" y="1387909"/>
        <a:ext cx="1488161" cy="721629"/>
      </dsp:txXfrm>
    </dsp:sp>
    <dsp:sp modelId="{A5EEA993-7335-4AF4-9C38-E423C78AD105}">
      <dsp:nvSpPr>
        <dsp:cNvPr id="0" name=""/>
        <dsp:cNvSpPr/>
      </dsp:nvSpPr>
      <dsp:spPr>
        <a:xfrm>
          <a:off x="3682753" y="1732970"/>
          <a:ext cx="613225" cy="31508"/>
        </a:xfrm>
        <a:custGeom>
          <a:avLst/>
          <a:gdLst/>
          <a:ahLst/>
          <a:cxnLst/>
          <a:rect l="0" t="0" r="0" b="0"/>
          <a:pathLst>
            <a:path>
              <a:moveTo>
                <a:pt x="0" y="15754"/>
              </a:moveTo>
              <a:lnTo>
                <a:pt x="613225" y="1575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74036" y="1733393"/>
        <a:ext cx="30661" cy="30661"/>
      </dsp:txXfrm>
    </dsp:sp>
    <dsp:sp modelId="{3DD27800-272B-4F7D-BEB4-2219163FF6DF}">
      <dsp:nvSpPr>
        <dsp:cNvPr id="0" name=""/>
        <dsp:cNvSpPr/>
      </dsp:nvSpPr>
      <dsp:spPr>
        <a:xfrm>
          <a:off x="4295979" y="1365458"/>
          <a:ext cx="1533063" cy="766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Synthesis of erythrocytes</a:t>
          </a:r>
        </a:p>
      </dsp:txBody>
      <dsp:txXfrm>
        <a:off x="4318430" y="1387909"/>
        <a:ext cx="1488161" cy="721629"/>
      </dsp:txXfrm>
    </dsp:sp>
    <dsp:sp modelId="{E491925D-3584-48F5-8CEF-45D6294D30C5}">
      <dsp:nvSpPr>
        <dsp:cNvPr id="0" name=""/>
        <dsp:cNvSpPr/>
      </dsp:nvSpPr>
      <dsp:spPr>
        <a:xfrm rot="2142401">
          <a:off x="1465482" y="2394104"/>
          <a:ext cx="755189" cy="31508"/>
        </a:xfrm>
        <a:custGeom>
          <a:avLst/>
          <a:gdLst/>
          <a:ahLst/>
          <a:cxnLst/>
          <a:rect l="0" t="0" r="0" b="0"/>
          <a:pathLst>
            <a:path>
              <a:moveTo>
                <a:pt x="0" y="15754"/>
              </a:moveTo>
              <a:lnTo>
                <a:pt x="755189" y="157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824197" y="2390978"/>
        <a:ext cx="37759" cy="37759"/>
      </dsp:txXfrm>
    </dsp:sp>
    <dsp:sp modelId="{1BEFC297-54DE-4F46-97C7-B628C1B6795C}">
      <dsp:nvSpPr>
        <dsp:cNvPr id="0" name=""/>
        <dsp:cNvSpPr/>
      </dsp:nvSpPr>
      <dsp:spPr>
        <a:xfrm>
          <a:off x="2149690" y="2246970"/>
          <a:ext cx="1533063" cy="766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Liver </a:t>
          </a:r>
        </a:p>
      </dsp:txBody>
      <dsp:txXfrm>
        <a:off x="2172141" y="2269421"/>
        <a:ext cx="1488161" cy="721629"/>
      </dsp:txXfrm>
    </dsp:sp>
    <dsp:sp modelId="{CD269570-BC3C-43B8-B70B-2C0FC8318508}">
      <dsp:nvSpPr>
        <dsp:cNvPr id="0" name=""/>
        <dsp:cNvSpPr/>
      </dsp:nvSpPr>
      <dsp:spPr>
        <a:xfrm>
          <a:off x="3682753" y="2614482"/>
          <a:ext cx="613225" cy="31508"/>
        </a:xfrm>
        <a:custGeom>
          <a:avLst/>
          <a:gdLst/>
          <a:ahLst/>
          <a:cxnLst/>
          <a:rect l="0" t="0" r="0" b="0"/>
          <a:pathLst>
            <a:path>
              <a:moveTo>
                <a:pt x="0" y="15754"/>
              </a:moveTo>
              <a:lnTo>
                <a:pt x="613225" y="1575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74036" y="2614905"/>
        <a:ext cx="30661" cy="30661"/>
      </dsp:txXfrm>
    </dsp:sp>
    <dsp:sp modelId="{4CBD8CFF-4FAA-459A-A420-49F549A9228F}">
      <dsp:nvSpPr>
        <dsp:cNvPr id="0" name=""/>
        <dsp:cNvSpPr/>
      </dsp:nvSpPr>
      <dsp:spPr>
        <a:xfrm>
          <a:off x="4295979" y="2246970"/>
          <a:ext cx="1533063" cy="766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Storage as ferritin</a:t>
          </a:r>
        </a:p>
      </dsp:txBody>
      <dsp:txXfrm>
        <a:off x="4318430" y="2269421"/>
        <a:ext cx="1488161" cy="7216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52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44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587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215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B19F-570F-2DDD-B59B-CCD9E234C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F42F6-4767-75CB-F7CB-82D27ADF0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F2F35-FF76-3B44-0324-7F6ABE4A2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AEFA0-1390-CDC6-E566-1D046BCFF6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178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6027-0CEF-1AD3-58F1-EB001531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0FAE6-5749-6C82-32D5-BB70FCA1F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C8051-8E26-624F-0770-0F3B3FDA8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FA363-385A-8597-3540-006B6F2B0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543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lines&#10;&#10;Description automatically generated">
            <a:extLst>
              <a:ext uri="{FF2B5EF4-FFF2-40B4-BE49-F238E27FC236}">
                <a16:creationId xmlns:a16="http://schemas.microsoft.com/office/drawing/2014/main" id="{AE27EB5B-E9D6-C880-0B18-C1B1EF8AED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6" y="0"/>
            <a:ext cx="12185651" cy="6858000"/>
          </a:xfrm>
          <a:prstGeom prst="rect">
            <a:avLst/>
          </a:prstGeom>
        </p:spPr>
      </p:pic>
      <p:pic>
        <p:nvPicPr>
          <p:cNvPr id="14" name="4. Logo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1" y="5787179"/>
            <a:ext cx="1954059" cy="567738"/>
          </a:xfrm>
          <a:prstGeom prst="rect">
            <a:avLst/>
          </a:prstGeom>
        </p:spPr>
      </p:pic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6" name="1. Section Title Placeholder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3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2661482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091D5-77B5-2194-79E4-79A970361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961" y="5541436"/>
            <a:ext cx="2425825" cy="103510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hyperlink" Target="http://en.wikipedia.org/wiki/Image:Heme.svg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jp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gi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CDC33EBC-F209-63EB-7921-88D652D53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Digestion and Renal Science (DRS) – L</a:t>
            </a:r>
            <a:r>
              <a:rPr lang="en-US" altLang="zh-CN" dirty="0">
                <a:solidFill>
                  <a:schemeClr val="bg1"/>
                </a:solidFill>
              </a:rPr>
              <a:t>ecture 6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Dr Songyang Li</a:t>
            </a:r>
          </a:p>
          <a:p>
            <a:r>
              <a:rPr lang="en-US" dirty="0">
                <a:solidFill>
                  <a:schemeClr val="bg1"/>
                </a:solidFill>
              </a:rPr>
              <a:t>s.li.15@bham.ac.uk</a:t>
            </a:r>
          </a:p>
        </p:txBody>
      </p:sp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23C0B845-82DE-704C-C320-2E84FA691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" y="604203"/>
            <a:ext cx="9144000" cy="2387600"/>
          </a:xfrm>
        </p:spPr>
        <p:txBody>
          <a:bodyPr anchor="ctr"/>
          <a:lstStyle/>
          <a:p>
            <a:r>
              <a:rPr lang="en-GB" sz="4800" dirty="0">
                <a:solidFill>
                  <a:schemeClr val="bg1"/>
                </a:solidFill>
              </a:rPr>
              <a:t>Absorption of </a:t>
            </a:r>
            <a:br>
              <a:rPr lang="en-GB" sz="4800" dirty="0">
                <a:solidFill>
                  <a:schemeClr val="bg1"/>
                </a:solidFill>
              </a:rPr>
            </a:br>
            <a:r>
              <a:rPr lang="en-GB" sz="4800" dirty="0">
                <a:solidFill>
                  <a:schemeClr val="bg1"/>
                </a:solidFill>
              </a:rPr>
              <a:t>Ions, Water, Glucose and </a:t>
            </a:r>
            <a:br>
              <a:rPr lang="en-GB" sz="4800" dirty="0">
                <a:solidFill>
                  <a:schemeClr val="bg1"/>
                </a:solidFill>
              </a:rPr>
            </a:br>
            <a:r>
              <a:rPr lang="en-GB" sz="4800" dirty="0">
                <a:solidFill>
                  <a:schemeClr val="bg1"/>
                </a:solidFill>
              </a:rPr>
              <a:t>The Absorptive States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0F002-E5EB-6F5C-D3BF-71B05030E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27401" r="31212"/>
          <a:stretch>
            <a:fillRect/>
          </a:stretch>
        </p:blipFill>
        <p:spPr>
          <a:xfrm>
            <a:off x="8452626" y="1369741"/>
            <a:ext cx="3259853" cy="393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73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120" y="39424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A46"/>
                </a:solidFill>
              </a:defRPr>
            </a:pPr>
            <a:r>
              <a:rPr dirty="0"/>
              <a:t>YOUR EXPERIENCE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5337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8491"/>
                </a:solidFill>
              </a:defRPr>
            </a:pPr>
            <a:r>
              <a:rPr sz="2400" dirty="0"/>
              <a:t>Student Belonging &amp; Experience | </a:t>
            </a:r>
            <a:r>
              <a:rPr sz="2400" dirty="0" err="1"/>
              <a:t>学生归属感与学习体验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2323910"/>
            <a:ext cx="6952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We want to understand what it feels like to study in the UoB–HUST JEP.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3329903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/>
              <a:t>•  Belonging to HUST, Birmingham and the JEP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4024847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Friends, teaching, learning in English — and being heard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C6084-513E-45F8-E323-D294D475F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611" y="1189759"/>
            <a:ext cx="1739989" cy="21146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01AD0C-1728-DC33-F2CA-21698B219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146" y="1353379"/>
            <a:ext cx="2727465" cy="16955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ADF1D3-24F6-8EFB-44B1-20C75FBD4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833" y="464597"/>
            <a:ext cx="2171185" cy="5403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EE0ED6-4D59-D1D7-25E6-9B226A138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3009" y="-20177"/>
            <a:ext cx="1606656" cy="1220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CF4C52-D69C-3F19-469F-F515A6A6547F}"/>
              </a:ext>
            </a:extLst>
          </p:cNvPr>
          <p:cNvSpPr txBox="1"/>
          <p:nvPr/>
        </p:nvSpPr>
        <p:spPr>
          <a:xfrm>
            <a:off x="487680" y="4719791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</a:t>
            </a:r>
            <a:r>
              <a:rPr lang="en-GB" sz="2400" dirty="0"/>
              <a:t>T</a:t>
            </a:r>
            <a:r>
              <a:rPr lang="en-US" altLang="zh-CN" sz="2400" dirty="0"/>
              <a:t>hi</a:t>
            </a:r>
            <a:r>
              <a:rPr lang="en-GB" altLang="zh-CN" sz="2400" dirty="0"/>
              <a:t>s</a:t>
            </a:r>
            <a:r>
              <a:rPr lang="zh-CN" altLang="en-US" sz="2400" dirty="0"/>
              <a:t> </a:t>
            </a:r>
            <a:r>
              <a:rPr lang="en-GB" altLang="zh-CN" sz="2400" dirty="0"/>
              <a:t>projected</a:t>
            </a:r>
            <a:r>
              <a:rPr lang="zh-CN" altLang="en-US" sz="2400" dirty="0"/>
              <a:t> </a:t>
            </a:r>
            <a:r>
              <a:rPr lang="en-GB" altLang="zh-CN" sz="2400" dirty="0"/>
              <a:t>is</a:t>
            </a:r>
            <a:r>
              <a:rPr lang="zh-CN" altLang="en-US" sz="2400" dirty="0"/>
              <a:t> </a:t>
            </a:r>
            <a:r>
              <a:rPr lang="en-GB" altLang="zh-CN" sz="2400" dirty="0"/>
              <a:t>being</a:t>
            </a:r>
            <a:r>
              <a:rPr lang="zh-CN" altLang="en-US" sz="2400" dirty="0"/>
              <a:t> </a:t>
            </a:r>
            <a:r>
              <a:rPr lang="en-GB" altLang="zh-CN" sz="2400" dirty="0"/>
              <a:t>funded</a:t>
            </a:r>
            <a:r>
              <a:rPr lang="zh-CN" altLang="en-US" sz="2400" dirty="0"/>
              <a:t> </a:t>
            </a:r>
            <a:r>
              <a:rPr lang="en-GB" altLang="zh-CN" sz="2400" dirty="0"/>
              <a:t>by</a:t>
            </a:r>
            <a:r>
              <a:rPr lang="zh-CN" altLang="en-US" sz="2400" dirty="0"/>
              <a:t> </a:t>
            </a:r>
            <a:endParaRPr lang="en-GB" altLang="zh-CN" sz="2400" dirty="0"/>
          </a:p>
          <a:p>
            <a:pPr>
              <a:defRPr sz="1900" b="0">
                <a:solidFill>
                  <a:srgbClr val="414E5B"/>
                </a:solidFill>
              </a:defRPr>
            </a:pPr>
            <a:r>
              <a:rPr lang="en-GB" altLang="zh-CN" sz="2400" b="1" i="1" u="sng" dirty="0"/>
              <a:t>University</a:t>
            </a:r>
            <a:r>
              <a:rPr lang="zh-CN" altLang="en-US" sz="2400" b="1" i="1" u="sng" dirty="0"/>
              <a:t> </a:t>
            </a:r>
            <a:r>
              <a:rPr lang="en-GB" altLang="zh-CN" sz="2400" b="1" i="1" u="sng" dirty="0"/>
              <a:t>of</a:t>
            </a:r>
            <a:r>
              <a:rPr lang="zh-CN" altLang="en-US" sz="2400" b="1" i="1" u="sng" dirty="0"/>
              <a:t> </a:t>
            </a:r>
            <a:r>
              <a:rPr lang="en-GB" altLang="zh-CN" sz="2400" b="1" i="1" u="sng" dirty="0"/>
              <a:t>Birmingham’s</a:t>
            </a:r>
            <a:r>
              <a:rPr lang="zh-CN" altLang="en-US" sz="2400" b="1" i="1" u="sng" dirty="0"/>
              <a:t> </a:t>
            </a:r>
            <a:r>
              <a:rPr lang="en-GB" altLang="zh-CN" sz="2400" b="1" i="1" u="sng" dirty="0"/>
              <a:t>Education</a:t>
            </a:r>
            <a:r>
              <a:rPr lang="zh-CN" altLang="en-US" sz="2400" b="1" i="1" u="sng" dirty="0"/>
              <a:t> </a:t>
            </a:r>
            <a:r>
              <a:rPr lang="en-GB" altLang="zh-CN" sz="2400" b="1" i="1" u="sng" dirty="0"/>
              <a:t>in</a:t>
            </a:r>
            <a:r>
              <a:rPr lang="zh-CN" altLang="en-US" sz="2400" b="1" i="1" u="sng" dirty="0"/>
              <a:t> </a:t>
            </a:r>
            <a:r>
              <a:rPr lang="en-GB" altLang="zh-CN" sz="2400" b="1" i="1" u="sng" dirty="0"/>
              <a:t>Practise funding 26-27.</a:t>
            </a:r>
          </a:p>
          <a:p>
            <a:pPr>
              <a:defRPr sz="1900" b="0">
                <a:solidFill>
                  <a:srgbClr val="414E5B"/>
                </a:solidFill>
              </a:defRPr>
            </a:pPr>
            <a:endParaRPr lang="en-GB" altLang="zh-CN" sz="2400" b="1" dirty="0"/>
          </a:p>
          <a:p>
            <a:pPr>
              <a:defRPr sz="1900" b="0">
                <a:solidFill>
                  <a:srgbClr val="414E5B"/>
                </a:solidFill>
              </a:defRPr>
            </a:pPr>
            <a:r>
              <a:rPr lang="en-GB" altLang="zh-CN" sz="2400" b="1" dirty="0"/>
              <a:t>https://bham.sharepoint.com/sites/aseddev/SitePages/EPF-Projects-2026-27.aspx</a:t>
            </a:r>
            <a:endParaRPr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06825-909A-30E7-6EB5-885FB38BD516}"/>
              </a:ext>
            </a:extLst>
          </p:cNvPr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A46"/>
                </a:solidFill>
              </a:defRPr>
            </a:pPr>
            <a:r>
              <a:t>WHAT ARE WE DOING?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EDE83-FC4F-5031-F552-F9385A30BC2F}"/>
              </a:ext>
            </a:extLst>
          </p:cNvPr>
          <p:cNvSpPr txBox="1"/>
          <p:nvPr/>
        </p:nvSpPr>
        <p:spPr>
          <a:xfrm>
            <a:off x="150125" y="1529387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8491"/>
                </a:solidFill>
              </a:defRPr>
            </a:pPr>
            <a:r>
              <a:rPr sz="2400"/>
              <a:t>Activities shaped by students | 让学生参与改善体验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0A574-5C6B-2785-8E1D-90DD156DF4FC}"/>
              </a:ext>
            </a:extLst>
          </p:cNvPr>
          <p:cNvSpPr txBox="1"/>
          <p:nvPr/>
        </p:nvSpPr>
        <p:spPr>
          <a:xfrm>
            <a:off x="640080" y="2531975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Peer support and PASS / </a:t>
            </a:r>
            <a:r>
              <a:rPr sz="2400" dirty="0" err="1"/>
              <a:t>同伴互助</a:t>
            </a:r>
            <a:endParaRPr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F17C4-B226-FBA6-0D09-40FB0D4F7FC7}"/>
              </a:ext>
            </a:extLst>
          </p:cNvPr>
          <p:cNvSpPr txBox="1"/>
          <p:nvPr/>
        </p:nvSpPr>
        <p:spPr>
          <a:xfrm>
            <a:off x="640080" y="322691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Student Voice Forum / </a:t>
            </a:r>
            <a:r>
              <a:rPr sz="2400" dirty="0" err="1"/>
              <a:t>学生意见交流</a:t>
            </a:r>
            <a:endParaRPr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A3098A-708B-D1DA-3909-0727297501C3}"/>
              </a:ext>
            </a:extLst>
          </p:cNvPr>
          <p:cNvSpPr txBox="1"/>
          <p:nvPr/>
        </p:nvSpPr>
        <p:spPr>
          <a:xfrm>
            <a:off x="640080" y="3964583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Social and community activities / </a:t>
            </a:r>
            <a:r>
              <a:rPr sz="2400" dirty="0" err="1"/>
              <a:t>社交活动</a:t>
            </a:r>
            <a:r>
              <a:rPr lang="en-GB" sz="2400" dirty="0"/>
              <a:t> i.e. sports, music, social events, summer school</a:t>
            </a:r>
            <a:endParaRPr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B3F16-A80C-01CD-D50D-A3172CDADC82}"/>
              </a:ext>
            </a:extLst>
          </p:cNvPr>
          <p:cNvSpPr txBox="1"/>
          <p:nvPr/>
        </p:nvSpPr>
        <p:spPr>
          <a:xfrm>
            <a:off x="640080" y="502908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Your feedback helps us understand what works and what needs improving.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F14E9F-2E20-212E-E87B-8E0ACB82A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265" y="151603"/>
            <a:ext cx="3559660" cy="340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7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0FBA86-E8D4-5A6B-2151-5AC69AF8ADE2}"/>
              </a:ext>
            </a:extLst>
          </p:cNvPr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A46"/>
                </a:solidFill>
              </a:defRPr>
            </a:pPr>
            <a:r>
              <a:t>HOW CAN YOU TAKE PART?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3A0D6-1A56-F9D9-5E62-F045A7F9C7F4}"/>
              </a:ext>
            </a:extLst>
          </p:cNvPr>
          <p:cNvSpPr txBox="1"/>
          <p:nvPr/>
        </p:nvSpPr>
        <p:spPr>
          <a:xfrm>
            <a:off x="792480" y="181954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8491"/>
                </a:solidFill>
              </a:defRPr>
            </a:pPr>
            <a:r>
              <a:rPr sz="2400" dirty="0"/>
              <a:t>Share your experience | </a:t>
            </a:r>
            <a:r>
              <a:rPr sz="2400" dirty="0" err="1"/>
              <a:t>分享你的真实感受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42AE4-03A3-723A-3CFD-FEBB536F37C0}"/>
              </a:ext>
            </a:extLst>
          </p:cNvPr>
          <p:cNvSpPr txBox="1"/>
          <p:nvPr/>
        </p:nvSpPr>
        <p:spPr>
          <a:xfrm>
            <a:off x="792480" y="2828435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Complete the short student experience survey — English or Chinese is welcome.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27D323-0174-B48E-4832-3787199D1E8B}"/>
              </a:ext>
            </a:extLst>
          </p:cNvPr>
          <p:cNvSpPr txBox="1"/>
          <p:nvPr/>
        </p:nvSpPr>
        <p:spPr>
          <a:xfrm>
            <a:off x="792480" y="3697224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Taking part is voluntary; your grades and support will not be affected.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2E086-7C5F-DBAE-EE13-8247913AEDA6}"/>
              </a:ext>
            </a:extLst>
          </p:cNvPr>
          <p:cNvSpPr txBox="1"/>
          <p:nvPr/>
        </p:nvSpPr>
        <p:spPr>
          <a:xfrm>
            <a:off x="792480" y="4392168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Responses are treated confidentially; findings may be used in academic publications.</a:t>
            </a:r>
            <a:r>
              <a:rPr lang="en-GB" sz="2400" dirty="0"/>
              <a:t> </a:t>
            </a:r>
            <a:r>
              <a:rPr lang="zh-CN" altLang="en-US" sz="2400" dirty="0"/>
              <a:t>数据可能会被适用于中国国家社会科学基金</a:t>
            </a:r>
            <a:r>
              <a:rPr lang="en-US" altLang="zh-CN" sz="2400" dirty="0"/>
              <a:t>/</a:t>
            </a:r>
            <a:r>
              <a:rPr lang="zh-CN" altLang="en-US" sz="2400" dirty="0"/>
              <a:t>国社科</a:t>
            </a:r>
            <a:endParaRPr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985299-33D8-D6F1-0491-265AE29DE91A}"/>
              </a:ext>
            </a:extLst>
          </p:cNvPr>
          <p:cNvSpPr txBox="1"/>
          <p:nvPr/>
        </p:nvSpPr>
        <p:spPr>
          <a:xfrm>
            <a:off x="792480" y="5309907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Optional prize draw: a chance to win a ¥100 voucher.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84A48-D9C3-4C22-D8E1-CDA593F97334}"/>
              </a:ext>
            </a:extLst>
          </p:cNvPr>
          <p:cNvSpPr txBox="1"/>
          <p:nvPr/>
        </p:nvSpPr>
        <p:spPr>
          <a:xfrm>
            <a:off x="2866940" y="5939135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14E5B"/>
                </a:solidFill>
              </a:defRPr>
            </a:pPr>
            <a:r>
              <a:rPr sz="2400" dirty="0"/>
              <a:t>•  Survey QR code: </a:t>
            </a:r>
            <a:r>
              <a:rPr lang="en-GB" sz="2400" dirty="0"/>
              <a:t>https://forms.cloud.microsoft/e/uDhdvRv5zf</a:t>
            </a:r>
            <a:endParaRPr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FB4727-1B3E-6C91-2BEF-19F1EDC35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460" y="0"/>
            <a:ext cx="2991004" cy="28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5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Absorption of ions, water and glucose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49008" y="1149531"/>
            <a:ext cx="6347214" cy="41117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follows solute, especially NaCl and absorbed nutrients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absorption links epithelial transport to postprandial metabolism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calcium and iron show why some nutrients require hormonal regulation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absorptive and post-absorptive states connect gut absorption to whole-body fuel use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diarrhoea, bone disease, anaemia and diabetes can be explained from transport physiology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BDE36-2B83-FFD7-6402-43AC1D74F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386" y="1042209"/>
            <a:ext cx="5328366" cy="4773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Lecture-specific outcomes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1469821" cy="34747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intestinal water absorption and explain why water follows solute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Na⁺, glucose, Ca²⁺ and Fe absorption routes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SGLT1, GLUT2 and Na⁺/K⁺ ATPase support glucose uptake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enterotoxin effects on ion transport and dehydration risk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calcium deficiency, hepcidin regulation and anaemia mechanisms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absorptive and post-absorptive states and relate diabetes to normal physiology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case: the same intestine, three outcomes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698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1508759"/>
            <a:ext cx="8804366" cy="8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6C3B"/>
                </a:solidFill>
              </a:rPr>
              <a:t>Pause, think, how does each case happen?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5090" y="1965960"/>
            <a:ext cx="9992396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800" dirty="0">
                <a:solidFill>
                  <a:srgbClr val="111111"/>
                </a:solidFill>
              </a:rPr>
              <a:t>After a carbohydrate meal, plasma glucose rises.</a:t>
            </a:r>
            <a:endParaRPr lang="en-US" sz="2800" dirty="0"/>
          </a:p>
          <a:p>
            <a:r>
              <a:rPr lang="en-US" sz="2800" dirty="0">
                <a:solidFill>
                  <a:srgbClr val="111111"/>
                </a:solidFill>
              </a:rPr>
              <a:t>During diarrhoea, water is lost in stool.</a:t>
            </a:r>
            <a:endParaRPr lang="en-US" sz="2800" dirty="0"/>
          </a:p>
          <a:p>
            <a:r>
              <a:rPr lang="en-US" sz="2800" dirty="0">
                <a:solidFill>
                  <a:srgbClr val="111111"/>
                </a:solidFill>
              </a:rPr>
              <a:t>During chronic inflammation, iron may be stored but unavailable.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Absorption as epithelial transport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From lumen to blood: direction, route and driving force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Digestion makes absorbable units; absorption moves them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1293" y="1128743"/>
            <a:ext cx="7275773" cy="4288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digestion</a:t>
            </a: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chemical and mechanical processing of food into absorbable forms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absorption</a:t>
            </a: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movement across intestinal epithelium into blood or lymph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Postprandial/</a:t>
            </a:r>
            <a:r>
              <a:rPr lang="en-US" sz="2400" b="1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absoprtive</a:t>
            </a: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state</a:t>
            </a: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nutrient-rich period after a meal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intestine</a:t>
            </a: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major site for nutrient, ion and water absorption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colon</a:t>
            </a: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important for water and electrolyte salvage</a:t>
            </a:r>
            <a:endParaRPr lang="en-US" sz="2400" dirty="0"/>
          </a:p>
        </p:txBody>
      </p:sp>
      <p:pic>
        <p:nvPicPr>
          <p:cNvPr id="11" name="Image 0" descr="/mnt/data/abs_unzip/ppt/media/image9.png">
            <a:extLst>
              <a:ext uri="{FF2B5EF4-FFF2-40B4-BE49-F238E27FC236}">
                <a16:creationId xmlns:a16="http://schemas.microsoft.com/office/drawing/2014/main" id="{A4CB20E7-C13C-1092-A7A2-0F427D358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768" y="1234440"/>
            <a:ext cx="384199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absorptive surface is large, but selective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48056" y="1103634"/>
            <a:ext cx="4627061" cy="45902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folds, villi and microvilli increase absorptive surface area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epithelial layer separates lumen from internal environment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junctions regulate paracellular permeability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capillaries receive most absorbed water-soluble solutes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lacteals receive many absorbed lipids through lymphatic transport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1382AE-2CAC-8D4A-47A2-3F3A972A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2117"/>
          <a:stretch>
            <a:fillRect/>
          </a:stretch>
        </p:blipFill>
        <p:spPr>
          <a:xfrm>
            <a:off x="5358581" y="776035"/>
            <a:ext cx="6570505" cy="51183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epithelial movement routes: transcellular and paracellular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6819" y="13030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6184"/>
                </a:solidFill>
              </a:rPr>
              <a:t>Transcellular route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" y="1641348"/>
            <a:ext cx="3264844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crosses apical membrane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moves through enterocyte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crosses basolateral membrane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requires channels, carriers or pumps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can be active, secondary active or facilitated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0" y="12847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6184"/>
                </a:solidFill>
              </a:rPr>
              <a:t>Paracellular route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97389" y="1837944"/>
            <a:ext cx="3530019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</a:rPr>
              <a:t>moves between epithelial cells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</a:rPr>
              <a:t>passes through tight-junction region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</a:rPr>
              <a:t>usually passive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</a:rPr>
              <a:t>depends on electrochemical/osmotic gradients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</a:rPr>
              <a:t>important for water and some ions</a:t>
            </a: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66855-9731-B3E8-8057-4EDC877D3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561" y="1988820"/>
            <a:ext cx="5024077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45720"/>
            <a:ext cx="5453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Apical and basolateral membranes do different jobs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7551" y="1280160"/>
            <a:ext cx="5364480" cy="44256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apical membrane faces the intestinal lumen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basolateral membrane faces interstitial fluid, capillaries and lymphatics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transporters are deliberately placed on one side or the other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protein family name does not mean the same location or role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absorption depends on this polarity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2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CFAC25-8397-76DC-6BF1-D9ED03676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131" y="-11958"/>
            <a:ext cx="5348632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B93349F-FD7B-32D8-6F9C-BDC58D714B3F}"/>
              </a:ext>
            </a:extLst>
          </p:cNvPr>
          <p:cNvSpPr/>
          <p:nvPr/>
        </p:nvSpPr>
        <p:spPr>
          <a:xfrm>
            <a:off x="7652825" y="6260123"/>
            <a:ext cx="1477107" cy="59787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505DE4-9932-A650-FEF0-072E9662A9FE}"/>
              </a:ext>
            </a:extLst>
          </p:cNvPr>
          <p:cNvSpPr/>
          <p:nvPr/>
        </p:nvSpPr>
        <p:spPr>
          <a:xfrm>
            <a:off x="9808699" y="6248165"/>
            <a:ext cx="1477107" cy="59787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7408" y="13863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actually drives absorption?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24127" y="690918"/>
            <a:ext cx="2229729" cy="543522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601968" y="690917"/>
            <a:ext cx="2025748" cy="543523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52728" y="892085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Passive or downhill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8928" y="1070394"/>
            <a:ext cx="4709160" cy="181791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concentration gradient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electrical gradient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osmotic gradient for water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facilitated diffusion through channels/carriers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paracellular movement through junctions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830568" y="892085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Active or coupled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711696" y="1234440"/>
            <a:ext cx="4709160" cy="15573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primary active transport uses ATP directly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secondary active transport uses stored ion gradients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Na⁺ gradient powers nutrient cotransport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binding proteins lower free intracellular concentration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hormones regulate transporter expression</a:t>
            </a:r>
            <a:endParaRPr lang="en-US" sz="148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13AF98-70CA-DA81-E9C2-277442900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219" y="2898663"/>
            <a:ext cx="5859106" cy="35976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Na⁺/K⁺ ATPase is the hidden engine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71155" y="1782917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976688" y="1782917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182220" y="1782917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387753" y="1782917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4494" y="1279997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57646" y="1444589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ATP used at basolateral membrane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2890027" y="1279997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963179" y="1444589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3 Na⁺ out / 2 K⁺ in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5095560" y="1279997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168712" y="1444589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intracellular Na⁺ stays low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301092" y="1279997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74244" y="1444589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Na⁺ enters from lumen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9506625" y="1279997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579777" y="1444589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glucose, amino acids and NaCl absorption are supported</a:t>
            </a:r>
            <a:endParaRPr lang="en-US" sz="1330" dirty="0"/>
          </a:p>
        </p:txBody>
      </p:sp>
      <p:pic>
        <p:nvPicPr>
          <p:cNvPr id="24" name="Image 0" descr="/mnt/data/abs_unzip/ppt/media/image14.png">
            <a:extLst>
              <a:ext uri="{FF2B5EF4-FFF2-40B4-BE49-F238E27FC236}">
                <a16:creationId xmlns:a16="http://schemas.microsoft.com/office/drawing/2014/main" id="{AB0FC171-F270-D6A5-89FC-CBEB9C759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641" y="2559994"/>
            <a:ext cx="4663440" cy="37851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B80974-6092-8A64-CC09-8F84EA447169}"/>
              </a:ext>
            </a:extLst>
          </p:cNvPr>
          <p:cNvSpPr txBox="1"/>
          <p:nvPr/>
        </p:nvSpPr>
        <p:spPr>
          <a:xfrm>
            <a:off x="7615906" y="5573262"/>
            <a:ext cx="2780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basolateral membrane </a:t>
            </a:r>
            <a:endParaRPr lang="en-GB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6A8D70-159C-C489-8023-EDD1CEE45B99}"/>
              </a:ext>
            </a:extLst>
          </p:cNvPr>
          <p:cNvSpPr txBox="1"/>
          <p:nvPr/>
        </p:nvSpPr>
        <p:spPr>
          <a:xfrm>
            <a:off x="1499967" y="5127300"/>
            <a:ext cx="2780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apical membrane </a:t>
            </a:r>
            <a:endParaRPr lang="en-GB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Water and NaCl absorption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Water follows solute, but the epithelial details matter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Daily fluid load is larger than what we drink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953469"/>
            <a:ext cx="5574792" cy="2971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intake is only part of luminal fluid load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saliva, gastric juice, pancreatic secretions and bile add fluid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intestine absorbs most of this fluid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colon salvages remaining</a:t>
            </a:r>
            <a:endParaRPr lang="en-US" sz="20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5645415-7BE6-95C7-8AC2-325A4675E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575" y="4159808"/>
            <a:ext cx="3731889" cy="1271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Too much / too little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Constipation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600" kern="0" dirty="0">
                <a:solidFill>
                  <a:srgbClr val="FF0000"/>
                </a:solidFill>
                <a:latin typeface="Arial"/>
              </a:rPr>
              <a:t>Diarrhoea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GB" sz="1600" kern="0" baseline="30000" dirty="0">
              <a:solidFill>
                <a:schemeClr val="accent3"/>
              </a:solidFill>
              <a:latin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Image 0" descr="/mnt/data/abs_unzip/ppt/media/image11.png">
            <a:extLst>
              <a:ext uri="{FF2B5EF4-FFF2-40B4-BE49-F238E27FC236}">
                <a16:creationId xmlns:a16="http://schemas.microsoft.com/office/drawing/2014/main" id="{7E585468-F98F-A299-F1BD-68788E4A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712" y="1502594"/>
            <a:ext cx="6217920" cy="4843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65243E-F672-F035-B570-59E8EBDC8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316" y="4822317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Water absorption depends mainly on osmotic gradients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6463" y="1453679"/>
            <a:ext cx="6019800" cy="35798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Na⁺ and Cl⁻ move from lumen toward intercellular / blood side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osmotic gradient forms near lateral spaces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follows through paracellular and transcellular routes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junction properties influence water permeability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glucose-coupled Na⁺ uptake strongly supports water absorption</a:t>
            </a:r>
            <a:endParaRPr lang="en-US" dirty="0"/>
          </a:p>
        </p:txBody>
      </p:sp>
      <p:pic>
        <p:nvPicPr>
          <p:cNvPr id="11" name="Image 0" descr="/mnt/data/abs_unzip/ppt/media/image10.png">
            <a:extLst>
              <a:ext uri="{FF2B5EF4-FFF2-40B4-BE49-F238E27FC236}">
                <a16:creationId xmlns:a16="http://schemas.microsoft.com/office/drawing/2014/main" id="{6A41F0DD-EAB4-4067-458E-0C9985AE5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077" y="292608"/>
            <a:ext cx="3552923" cy="2666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409A15-AA06-C99E-07AB-71C6AA505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143" y="2965823"/>
            <a:ext cx="5383477" cy="38250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868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is sodium absorbed? 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8693" y="931984"/>
            <a:ext cx="10021213" cy="4994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Na⁺ is absorbed along much of the intestine</a:t>
            </a:r>
            <a:endParaRPr lang="en-US" sz="2400" dirty="0"/>
          </a:p>
          <a:p>
            <a:endParaRPr lang="en-US" sz="2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en-US" sz="2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Apical route: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Na⁺ / glucose (SGLT1) or Na⁺ / AA:</a:t>
            </a:r>
          </a:p>
          <a:p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Na⁺ with glucose/galactose, especially after meals</a:t>
            </a:r>
            <a:endParaRPr lang="en-US" sz="2400" dirty="0"/>
          </a:p>
          <a:p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Na⁺ / amino-acid cotransport after protein digestion</a:t>
            </a:r>
            <a:endParaRPr lang="en-US" sz="2400" dirty="0"/>
          </a:p>
          <a:p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Na⁺ / H⁺ exchange absorbs sodium without glucose</a:t>
            </a:r>
            <a:endParaRPr lang="en-US" sz="2400" dirty="0"/>
          </a:p>
          <a:p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parallel Na⁺/H⁺ and Cl⁻/HCO₃⁻ exchange absorbs NaCl between meals</a:t>
            </a:r>
          </a:p>
          <a:p>
            <a:endParaRPr lang="en-US" sz="2400" dirty="0">
              <a:solidFill>
                <a:srgbClr val="111111"/>
              </a:solidFill>
              <a:latin typeface="Aptos" pitchFamily="34" charset="0"/>
            </a:endParaRPr>
          </a:p>
          <a:p>
            <a:r>
              <a:rPr lang="en-US" sz="2400" dirty="0">
                <a:solidFill>
                  <a:srgbClr val="111111"/>
                </a:solidFill>
                <a:latin typeface="Aptos" pitchFamily="34" charset="0"/>
              </a:rPr>
              <a:t>Basal route:</a:t>
            </a:r>
          </a:p>
          <a:p>
            <a:r>
              <a:rPr lang="en-GB" sz="2400" dirty="0"/>
              <a:t>Na+/K+ ATPase</a:t>
            </a:r>
          </a:p>
          <a:p>
            <a:r>
              <a:rPr lang="en-GB" sz="2400" dirty="0"/>
              <a:t>Creates the gradient (basal side)</a:t>
            </a:r>
          </a:p>
          <a:p>
            <a:r>
              <a:rPr lang="en-GB" sz="2400" dirty="0"/>
              <a:t>Keeps intracellular Na+ low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 1: Na⁺–glucose/AA cotransport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95321" y="1689681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000854" y="1689681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206386" y="1689681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411919" y="1689681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08660" y="1186761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81812" y="1351353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Na⁺/K⁺ ATPase keeps Na⁺ low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2914193" y="1186761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987345" y="1351353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SGLT1 binds Na⁺ + glucose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5119726" y="1186761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192878" y="1351353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Na⁺ moves down gradient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325258" y="1186761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98410" y="1351353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glucose enters enterocyte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9530791" y="1186761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03943" y="1351353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water follows osmotically</a:t>
            </a:r>
            <a:endParaRPr lang="en-US" sz="133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214B17C-374D-3D0F-62D8-5AB199A95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267" y="2282407"/>
            <a:ext cx="5637359" cy="45755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92616D9-7E21-923A-869C-31831CC54AA4}"/>
              </a:ext>
            </a:extLst>
          </p:cNvPr>
          <p:cNvSpPr/>
          <p:nvPr/>
        </p:nvSpPr>
        <p:spPr>
          <a:xfrm>
            <a:off x="3348111" y="3277772"/>
            <a:ext cx="2747889" cy="16178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D021B-F8CF-2AB7-A306-298A693B01D5}"/>
              </a:ext>
            </a:extLst>
          </p:cNvPr>
          <p:cNvSpPr txBox="1"/>
          <p:nvPr/>
        </p:nvSpPr>
        <p:spPr>
          <a:xfrm>
            <a:off x="9063574" y="4070066"/>
            <a:ext cx="3046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The same transporter helps absorb glucose and water.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 2: Na⁺ / H⁺ exchange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4183380" cy="449005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apical Na⁺/H⁺ exchanger brings Na⁺ into enterocyte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H⁺ (proton) is secreted into the lumen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Na⁺ electrochemical gradient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in small intestine and colon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pH is neutral or alkaline (Secretion HCO3-)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443D08-633C-E17C-93CE-0C4E3C2B7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329" y="642039"/>
            <a:ext cx="6311600" cy="5128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D40772-72D7-7D88-FB6D-032D7C5B0469}"/>
              </a:ext>
            </a:extLst>
          </p:cNvPr>
          <p:cNvSpPr/>
          <p:nvPr/>
        </p:nvSpPr>
        <p:spPr>
          <a:xfrm>
            <a:off x="5779008" y="2122034"/>
            <a:ext cx="2747889" cy="16178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79206F-BE21-CA35-95C5-AA8249121A0E}"/>
              </a:ext>
            </a:extLst>
          </p:cNvPr>
          <p:cNvSpPr txBox="1"/>
          <p:nvPr/>
        </p:nvSpPr>
        <p:spPr>
          <a:xfrm>
            <a:off x="6879101" y="2718638"/>
            <a:ext cx="80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NHE3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 3: electroneutral NaCl absorption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578562" cy="381733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Electrochemical gradient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Cl⁻/HCO₃⁻ exchange absorbs Cl⁻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carbonic anhydrase helps supply H⁺ and HCO₃⁻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Electroneutral process </a:t>
            </a:r>
            <a:r>
              <a:rPr lang="pt-BR" sz="2800" kern="0" dirty="0">
                <a:solidFill>
                  <a:schemeClr val="accent3"/>
                </a:solidFill>
                <a:latin typeface="Arial"/>
              </a:rPr>
              <a:t>(Na</a:t>
            </a:r>
            <a:r>
              <a:rPr lang="pt-BR" sz="2800" kern="0" baseline="30000" dirty="0">
                <a:solidFill>
                  <a:schemeClr val="accent3"/>
                </a:solidFill>
                <a:latin typeface="Arial"/>
              </a:rPr>
              <a:t>+</a:t>
            </a:r>
            <a:r>
              <a:rPr lang="pt-BR" sz="2800" kern="0" dirty="0">
                <a:solidFill>
                  <a:schemeClr val="accent3"/>
                </a:solidFill>
                <a:latin typeface="Arial"/>
              </a:rPr>
              <a:t> &amp; H</a:t>
            </a:r>
            <a:r>
              <a:rPr lang="pt-BR" sz="2800" kern="0" baseline="30000" dirty="0">
                <a:solidFill>
                  <a:schemeClr val="accent3"/>
                </a:solidFill>
                <a:latin typeface="Arial"/>
              </a:rPr>
              <a:t>+</a:t>
            </a:r>
            <a:r>
              <a:rPr lang="pt-BR" sz="2800" kern="0" dirty="0">
                <a:solidFill>
                  <a:schemeClr val="accent3"/>
                </a:solidFill>
                <a:latin typeface="Arial"/>
              </a:rPr>
              <a:t> and Cl</a:t>
            </a:r>
            <a:r>
              <a:rPr lang="pt-BR" sz="2800" kern="0" baseline="30000" dirty="0">
                <a:solidFill>
                  <a:schemeClr val="accent3"/>
                </a:solidFill>
                <a:latin typeface="Arial"/>
              </a:rPr>
              <a:t>-</a:t>
            </a:r>
            <a:r>
              <a:rPr lang="pt-BR" sz="2800" kern="0" dirty="0">
                <a:solidFill>
                  <a:schemeClr val="accent3"/>
                </a:solidFill>
                <a:latin typeface="Arial"/>
              </a:rPr>
              <a:t> &amp; HCO</a:t>
            </a:r>
            <a:r>
              <a:rPr lang="pt-BR" sz="2800" kern="0" baseline="-25000" dirty="0">
                <a:solidFill>
                  <a:schemeClr val="accent3"/>
                </a:solidFill>
                <a:latin typeface="Arial"/>
              </a:rPr>
              <a:t>3</a:t>
            </a:r>
            <a:r>
              <a:rPr lang="pt-BR" sz="2800" kern="0" baseline="30000" dirty="0">
                <a:solidFill>
                  <a:schemeClr val="accent3"/>
                </a:solidFill>
                <a:latin typeface="Arial"/>
              </a:rPr>
              <a:t>-</a:t>
            </a:r>
            <a:r>
              <a:rPr lang="pt-BR" sz="2800" kern="0" dirty="0">
                <a:solidFill>
                  <a:schemeClr val="accent3"/>
                </a:solidFill>
                <a:latin typeface="Arial"/>
              </a:rPr>
              <a:t>) 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between meals, including ileum and proximal colon (fasted state)</a:t>
            </a: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B380A8-E670-F65D-BF07-1EE810BAA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806" y="238298"/>
            <a:ext cx="5578562" cy="52001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7896F4D4-5D36-F7C3-1529-EC8A24E78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2630" y="5097490"/>
            <a:ext cx="2886740" cy="1230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</a:rPr>
              <a:t>Carbonic Anhydrase</a:t>
            </a:r>
            <a:endParaRPr lang="en-GB" sz="1600" kern="0" noProof="0" dirty="0">
              <a:solidFill>
                <a:schemeClr val="accent3"/>
              </a:solidFill>
              <a:highlight>
                <a:srgbClr val="FFFF00"/>
              </a:highlight>
              <a:latin typeface="Arial"/>
            </a:endParaRPr>
          </a:p>
          <a:p>
            <a:pPr marL="342900" marR="0" lvl="0" indent="-3429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lang="en-GB" sz="1600" kern="0" dirty="0">
                <a:solidFill>
                  <a:schemeClr val="accent3"/>
                </a:solidFill>
                <a:latin typeface="Arial"/>
              </a:rPr>
              <a:t>Reversible reaction</a:t>
            </a:r>
          </a:p>
          <a:p>
            <a:pPr marL="342900" marR="0" lvl="0" indent="-3429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lang="en-GB" sz="1600" kern="0" dirty="0">
                <a:solidFill>
                  <a:schemeClr val="accent3"/>
                </a:solidFill>
                <a:latin typeface="Arial"/>
              </a:rPr>
              <a:t>H</a:t>
            </a:r>
            <a:r>
              <a:rPr lang="en-GB" sz="1600" kern="0" baseline="-25000" dirty="0">
                <a:solidFill>
                  <a:schemeClr val="accent3"/>
                </a:solidFill>
                <a:latin typeface="Arial"/>
              </a:rPr>
              <a:t>2</a:t>
            </a:r>
            <a:r>
              <a:rPr lang="en-GB" sz="1600" kern="0" dirty="0">
                <a:solidFill>
                  <a:schemeClr val="accent3"/>
                </a:solidFill>
                <a:latin typeface="Arial"/>
              </a:rPr>
              <a:t>0 + CO</a:t>
            </a:r>
            <a:r>
              <a:rPr lang="en-GB" sz="1600" kern="0" baseline="-25000" dirty="0">
                <a:solidFill>
                  <a:schemeClr val="accent3"/>
                </a:solidFill>
                <a:latin typeface="Arial"/>
              </a:rPr>
              <a:t>2</a:t>
            </a:r>
            <a:r>
              <a:rPr lang="en-GB" sz="1600" kern="0" dirty="0">
                <a:solidFill>
                  <a:schemeClr val="accent3"/>
                </a:solidFill>
                <a:latin typeface="Arial"/>
              </a:rPr>
              <a:t> ↔ HCO</a:t>
            </a:r>
            <a:r>
              <a:rPr lang="en-GB" sz="1600" kern="0" baseline="-25000" dirty="0">
                <a:solidFill>
                  <a:schemeClr val="accent3"/>
                </a:solidFill>
                <a:latin typeface="Arial"/>
              </a:rPr>
              <a:t>3</a:t>
            </a:r>
            <a:r>
              <a:rPr lang="en-GB" sz="1600" kern="0" baseline="30000" dirty="0">
                <a:solidFill>
                  <a:schemeClr val="accent3"/>
                </a:solidFill>
                <a:latin typeface="Arial"/>
              </a:rPr>
              <a:t>-</a:t>
            </a:r>
            <a:r>
              <a:rPr lang="en-GB" sz="1600" kern="0" dirty="0">
                <a:solidFill>
                  <a:schemeClr val="accent3"/>
                </a:solidFill>
                <a:latin typeface="Arial"/>
              </a:rPr>
              <a:t> + H</a:t>
            </a:r>
            <a:r>
              <a:rPr lang="en-GB" sz="1600" kern="0" baseline="30000" dirty="0">
                <a:solidFill>
                  <a:schemeClr val="accent3"/>
                </a:solidFill>
                <a:latin typeface="Arial"/>
              </a:rPr>
              <a:t>+</a:t>
            </a:r>
            <a:endParaRPr kumimoji="0" lang="en-GB" sz="1600" b="0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EFA699-C6D2-B524-8D68-3BD34628CFC2}"/>
              </a:ext>
            </a:extLst>
          </p:cNvPr>
          <p:cNvSpPr/>
          <p:nvPr/>
        </p:nvSpPr>
        <p:spPr>
          <a:xfrm>
            <a:off x="7925142" y="3174757"/>
            <a:ext cx="2747889" cy="16178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Glucose absorption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From carbohydrate digestion to postprandial glucose entry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Carbohydrates must become monosaccharides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4909264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starch and glycogen digestion produces oligosaccharides and disaccharides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brush-border enzymes generate monosaccharides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and galactose use Na⁺-dependent uptake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fructose uses facilitated diffusion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absorbed sugars enter portal blood and reach the liver first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10F778-8EB1-4C9B-547C-2E1A3DA23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839" y="3571489"/>
            <a:ext cx="4915181" cy="2600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F8E277-6F8C-5209-684B-182E19668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999" y="292608"/>
            <a:ext cx="3631897" cy="2716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Glucose absorption: the core enterocyte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5029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950562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156094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361627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58368" y="1261872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1426464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Luminal glucose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2863901" y="1261872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937053" y="1426464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Apical SGLT1 + Na⁺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5069434" y="1261872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142586" y="1426464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Enterocyte cytosol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274966" y="1261872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48118" y="1426464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Basolateral GLUT2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9480499" y="1261872"/>
            <a:ext cx="2059229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553651" y="1426464"/>
            <a:ext cx="191292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047"/>
                </a:solidFill>
              </a:rPr>
              <a:t>Portal blood → liver</a:t>
            </a:r>
            <a:endParaRPr lang="en-US" sz="133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F61CFF1-A537-7133-D1DE-7B7671CC6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33"/>
          <a:stretch>
            <a:fillRect/>
          </a:stretch>
        </p:blipFill>
        <p:spPr>
          <a:xfrm>
            <a:off x="3893515" y="2532314"/>
            <a:ext cx="4856683" cy="432568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SGLT1: why glucose uptake is linked to Na⁺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8722" y="1301567"/>
            <a:ext cx="4145280" cy="427315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located on the apical brush-border membrane of enterocytes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transports glucose and galactose with Na⁺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the Na⁺ electrochemical gradient, not direct ATP hydrolysis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rapid intestinal glucose absorption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contributes to glucose-dependent incretin signalling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482828-5E8B-906A-0A88-4962FB04B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02" y="1414733"/>
            <a:ext cx="7010347" cy="397140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5E7F098-3C56-145F-5F45-01910C873DB8}"/>
              </a:ext>
            </a:extLst>
          </p:cNvPr>
          <p:cNvSpPr/>
          <p:nvPr/>
        </p:nvSpPr>
        <p:spPr>
          <a:xfrm>
            <a:off x="5781822" y="1167618"/>
            <a:ext cx="3685735" cy="1937089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Fructose is different: GLUT5, not SGLT1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48056" y="1305259"/>
            <a:ext cx="3753853" cy="436584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fructose is absorbed mainly by facilitated diffusion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apical transporter is GLUT5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is Na⁺-independent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fructose exits basolaterally through GLUT2 and related pathways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fructose load can exceed absorptive capacity in some contexts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1A4747-18E4-C7AB-54AB-FD2A13856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373" y="1143000"/>
            <a:ext cx="7706627" cy="436584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30698B5-1616-51F8-FA5A-5383B0E8916A}"/>
              </a:ext>
            </a:extLst>
          </p:cNvPr>
          <p:cNvSpPr/>
          <p:nvPr/>
        </p:nvSpPr>
        <p:spPr>
          <a:xfrm>
            <a:off x="5655213" y="3365091"/>
            <a:ext cx="3685735" cy="1937089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GLUT2: the main basolateral exit route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48056" y="1106776"/>
            <a:ext cx="4622920" cy="469087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GLUT2 is classically located on the basolateral membrane of enterocytes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glucose down its concentration gradient into portal blood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transports galactose and fructose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after apical uptake has concentrated sugars inside the cell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intestinal absorption to hepatic metabolism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B5B3DB-D02B-B2A0-FF21-FF7567143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440" y="1699325"/>
            <a:ext cx="6574561" cy="372452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0E05AD6-6185-FCB8-681A-2BDBD3FE6E6E}"/>
              </a:ext>
            </a:extLst>
          </p:cNvPr>
          <p:cNvSpPr/>
          <p:nvPr/>
        </p:nvSpPr>
        <p:spPr>
          <a:xfrm>
            <a:off x="9355015" y="2657051"/>
            <a:ext cx="2836985" cy="1937089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Enterotoxins and secretory diarrhoea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When epithelial signalling reverses the balance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Secretory diarrhoea is transport physiology gone wrong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3120676"/>
            <a:ext cx="5915205" cy="2971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enterotoxin binds to intestinal epithelial cells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intracellular signalling changes, often cAMP, cGMP or Ca²⁺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Cl⁻ secretion increases, often through CFTR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NaCl absorption is inhibited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follows electrolytes into the lumen</a:t>
            </a:r>
            <a:endParaRPr lang="en-US" sz="1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DBC086-C9E1-21EB-6BDF-67638BBBB9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72"/>
          <a:stretch>
            <a:fillRect/>
          </a:stretch>
        </p:blipFill>
        <p:spPr>
          <a:xfrm>
            <a:off x="1148635" y="1389668"/>
            <a:ext cx="4248150" cy="1865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6BC3D3-83DD-EA2B-7EF7-ED70D076B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828" y="1058594"/>
            <a:ext cx="5585159" cy="434488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E844961-F725-BF85-839A-2647F457E59E}"/>
              </a:ext>
            </a:extLst>
          </p:cNvPr>
          <p:cNvSpPr/>
          <p:nvPr/>
        </p:nvSpPr>
        <p:spPr>
          <a:xfrm>
            <a:off x="7047914" y="829994"/>
            <a:ext cx="2771335" cy="2971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oral rehydration still works in secretory diarrhoea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SGLT1 can remain functional when other NaCl pathways are inhibited.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95778" y="-341567"/>
            <a:ext cx="6696222" cy="405403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enterotoxins inhibit some NaCl absorptive pathways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Na⁺–glucose cotransport is relatively preserved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+ Na⁺ absorption creates osmotic water uptake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rehydration replaces both water and electrolytes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transporter-based therapy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2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Digestion and Renal Sciences  |  Absorption of ions, water and glucose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2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23C71D-9545-9DA6-92EE-42DD87A6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437" y="2575369"/>
            <a:ext cx="5665690" cy="4282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4F8A4C-7709-AA31-80D5-F2EAC2BE3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559" y="1870867"/>
            <a:ext cx="2861251" cy="343630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Calcium absorption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Passive route, active route and vitamin D regulation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Calcium: what the intestine needs to achieve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520797" y="1078874"/>
            <a:ext cx="4671203" cy="47960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dietary calcium enters the intestinal lumen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passive paracellular absorption rises with luminal load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transcellular absorption is important when intake is low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vitamin D increases active transport capacity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absorption changes with physiological need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1A47E8-2E4E-A66B-DC06-29367162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65" y="1177265"/>
            <a:ext cx="7208232" cy="48235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routes for calcium absorption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96240" y="3965448"/>
            <a:ext cx="5349240" cy="268224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96240" y="1003346"/>
            <a:ext cx="5349240" cy="268224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24840" y="416661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16184"/>
                </a:solidFill>
              </a:rPr>
              <a:t>Passive paracellular route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4160" y="4624832"/>
            <a:ext cx="5146040" cy="2042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</a:rPr>
              <a:t>between enterocytes through tight junctions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driven by electrochemical gradient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more important when luminal Ca²⁺ is high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not strongly saturable in the same way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occurs along much of small intestine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4840" y="1204514"/>
            <a:ext cx="4892040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6184"/>
                </a:solidFill>
              </a:rPr>
              <a:t>Active transcellular route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6280" y="1643426"/>
            <a:ext cx="4709160" cy="2042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</a:rPr>
              <a:t>apical entry through TRPV6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Ca²⁺ binds calbindin-D9k in the cell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basolateral exit through PMCA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more important in duodenum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</a:rPr>
              <a:t>upregulated by vitamin D / VDR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FF78C6-C70D-4087-E8E5-5745EF155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048" y="0"/>
            <a:ext cx="52283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21208" y="19237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Calcium deficiency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349240" cy="2194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49240" cy="2194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143560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6184"/>
                </a:solidFill>
              </a:rPr>
              <a:t>Rickets / osteomalacia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4709160" cy="122197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defective mineralisation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rickets in children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osteomalacia in adults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often linked to vitamin D deficiency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bone may be soft and painful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478524" y="135991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6184"/>
                </a:solidFill>
              </a:rPr>
              <a:t>Osteoporosis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709160" cy="122197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reduced bone mass and architecture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fragile bone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mineralisation of remaining bone often normal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risk increases with age and hormonal factors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not the same as osteomalacia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25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75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94D2DE2C-EBA4-9117-E723-2E7019B452B8}"/>
              </a:ext>
            </a:extLst>
          </p:cNvPr>
          <p:cNvSpPr/>
          <p:nvPr/>
        </p:nvSpPr>
        <p:spPr>
          <a:xfrm>
            <a:off x="6341364" y="4023360"/>
            <a:ext cx="5349240" cy="2194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EB1E436-BF8D-3487-A652-23E1D8F2B8AE}"/>
              </a:ext>
            </a:extLst>
          </p:cNvPr>
          <p:cNvSpPr/>
          <p:nvPr/>
        </p:nvSpPr>
        <p:spPr>
          <a:xfrm>
            <a:off x="6217920" y="4010465"/>
            <a:ext cx="60264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1"/>
            <a:r>
              <a:rPr lang="en-US" sz="2000" b="1" dirty="0">
                <a:solidFill>
                  <a:srgbClr val="216184"/>
                </a:solidFill>
              </a:rPr>
              <a:t>Vitamin D Deficiency</a:t>
            </a:r>
            <a:endParaRPr lang="en-US" sz="20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5BA2A19F-AFF6-5594-6F1D-C1F1D96D8A29}"/>
              </a:ext>
            </a:extLst>
          </p:cNvPr>
          <p:cNvSpPr/>
          <p:nvPr/>
        </p:nvSpPr>
        <p:spPr>
          <a:xfrm>
            <a:off x="6661404" y="4892040"/>
            <a:ext cx="4709160" cy="122197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r>
              <a:rPr lang="en-GB" sz="1480" dirty="0"/>
              <a:t>Poor diet / lack of sun</a:t>
            </a:r>
          </a:p>
          <a:p>
            <a:r>
              <a:rPr lang="en-GB" sz="1480" dirty="0"/>
              <a:t>Bone softening</a:t>
            </a:r>
          </a:p>
          <a:p>
            <a:r>
              <a:rPr lang="en-GB" sz="1480" dirty="0"/>
              <a:t>Demineralisation</a:t>
            </a:r>
          </a:p>
          <a:p>
            <a:endParaRPr lang="en-GB" sz="1480" dirty="0"/>
          </a:p>
          <a:p>
            <a:r>
              <a:rPr lang="en-GB" sz="1480" dirty="0"/>
              <a:t>Hypocalcaemia</a:t>
            </a:r>
          </a:p>
          <a:p>
            <a:r>
              <a:rPr lang="en-GB" sz="1480" dirty="0"/>
              <a:t>Bone softening </a:t>
            </a:r>
          </a:p>
          <a:p>
            <a:r>
              <a:rPr lang="en-GB" sz="1480" dirty="0"/>
              <a:t>Not the same as osteoporosis</a:t>
            </a:r>
          </a:p>
          <a:p>
            <a:endParaRPr lang="en-GB" sz="1480" dirty="0"/>
          </a:p>
          <a:p>
            <a:endParaRPr lang="en-US" sz="148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B08724-48B8-AB84-B030-FE1BC9CEB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91608"/>
            <a:ext cx="4892040" cy="24460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6D91A9-87A7-2B4A-A64D-E27DDAFEB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996" y="3488436"/>
            <a:ext cx="2641856" cy="32644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F436964-999A-5DF6-C0A6-E299AEFE7B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333" b="4267"/>
          <a:stretch>
            <a:fillRect/>
          </a:stretch>
        </p:blipFill>
        <p:spPr>
          <a:xfrm>
            <a:off x="8461555" y="703"/>
            <a:ext cx="3730445" cy="199951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Iron absorption and systemic regulation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A small absorbed amount with large consequences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iron matters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6214" y="1143000"/>
            <a:ext cx="4479745" cy="45902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oxygen transport: </a:t>
            </a:r>
          </a:p>
          <a:p>
            <a:r>
              <a:rPr lang="en-US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haemoglobin</a:t>
            </a: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myoglobin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erythropoiesis in bone marrow</a:t>
            </a:r>
          </a:p>
          <a:p>
            <a:endParaRPr lang="en-US" dirty="0">
              <a:solidFill>
                <a:srgbClr val="111111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</a:rPr>
              <a:t>Energy production: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mitochondrial electron transport chain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iron–sulphur clusters and enzyme function</a:t>
            </a:r>
          </a:p>
          <a:p>
            <a:endParaRPr lang="en-US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Enzyme:</a:t>
            </a:r>
          </a:p>
          <a:p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Cytochrome P450 (CYP450)</a:t>
            </a:r>
          </a:p>
          <a:p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DNA Helicase</a:t>
            </a:r>
          </a:p>
          <a:p>
            <a:endParaRPr lang="en-US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en-US" dirty="0">
              <a:solidFill>
                <a:srgbClr val="111111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</a:rPr>
              <a:t>Problem: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little causes </a:t>
            </a:r>
            <a:r>
              <a:rPr lang="en-US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anaemia</a:t>
            </a: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</a:p>
          <a:p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too much causes tissue damage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4BE8AA-35D4-BFCB-B29B-7E77160F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955" y="70236"/>
            <a:ext cx="4008809" cy="26710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89079-705F-F15F-AE2B-49157A3C6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41" y="292608"/>
            <a:ext cx="3764089" cy="20969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Diagram of a cell membrane&#10;&#10;Description automatically generated">
            <a:extLst>
              <a:ext uri="{FF2B5EF4-FFF2-40B4-BE49-F238E27FC236}">
                <a16:creationId xmlns:a16="http://schemas.microsoft.com/office/drawing/2014/main" id="{42473600-5D99-440C-28A6-B5236F5B1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675" y="4682851"/>
            <a:ext cx="3764089" cy="21751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B6E24C-D026-134D-BE1F-A1B0C8086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3201" y="2190328"/>
            <a:ext cx="2785597" cy="2366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4" descr="Structure of Heme B">
            <a:hlinkClick r:id="rId7" tooltip="Structure of Heme B"/>
            <a:extLst>
              <a:ext uri="{FF2B5EF4-FFF2-40B4-BE49-F238E27FC236}">
                <a16:creationId xmlns:a16="http://schemas.microsoft.com/office/drawing/2014/main" id="{89209BAE-EB73-2D65-D867-8558877E1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480" y="2980608"/>
            <a:ext cx="3024187" cy="3114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Dietary iron: haem and non-haem forms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942340"/>
            <a:ext cx="5349240" cy="2007524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000"/>
          </a:p>
        </p:txBody>
      </p:sp>
      <p:sp>
        <p:nvSpPr>
          <p:cNvPr id="6" name="Shape 4"/>
          <p:cNvSpPr/>
          <p:nvPr/>
        </p:nvSpPr>
        <p:spPr>
          <a:xfrm>
            <a:off x="6217920" y="942340"/>
            <a:ext cx="5349240" cy="2007524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000"/>
          </a:p>
        </p:txBody>
      </p:sp>
      <p:sp>
        <p:nvSpPr>
          <p:cNvPr id="7" name="Text 5"/>
          <p:cNvSpPr/>
          <p:nvPr/>
        </p:nvSpPr>
        <p:spPr>
          <a:xfrm>
            <a:off x="868680" y="11435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16184"/>
                </a:solidFill>
              </a:rPr>
              <a:t>Haem iron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0120" y="1582420"/>
            <a:ext cx="4709160" cy="11388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en-US" sz="1600" dirty="0">
                <a:solidFill>
                  <a:srgbClr val="111111"/>
                </a:solidFill>
              </a:rPr>
              <a:t>animal sources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from haemoglobin and myoglobin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generally more bioavailable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absorbed by mechanisms distinct from DMT1-only model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contributes efficiently to body iron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1435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16184"/>
                </a:solidFill>
              </a:rPr>
              <a:t>Non-haem iron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37960" y="1582420"/>
            <a:ext cx="4709160" cy="11388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r>
              <a:rPr lang="en-US" sz="1600" dirty="0">
                <a:solidFill>
                  <a:srgbClr val="111111"/>
                </a:solidFill>
              </a:rPr>
              <a:t>inorganic iron, common in plant foods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often present as Fe³⁺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Fe³⁺ needs reduction to Fe²⁺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DMT1 transports Fe²⁺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inhibited or enhanced by dietary context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67C0CF-860A-4357-1871-F33E1E7EA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115" y="3120989"/>
            <a:ext cx="4263610" cy="32437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Non-haem iron uptake at the enterocyte</a:t>
            </a:r>
            <a:endParaRPr lang="en-US" sz="2700" dirty="0"/>
          </a:p>
        </p:txBody>
      </p:sp>
      <p:sp>
        <p:nvSpPr>
          <p:cNvPr id="23" name="Content Placeholder 1">
            <a:extLst>
              <a:ext uri="{FF2B5EF4-FFF2-40B4-BE49-F238E27FC236}">
                <a16:creationId xmlns:a16="http://schemas.microsoft.com/office/drawing/2014/main" id="{54ED5885-6D00-2DDE-842F-B8E1A04A084E}"/>
              </a:ext>
            </a:extLst>
          </p:cNvPr>
          <p:cNvSpPr txBox="1">
            <a:spLocks/>
          </p:cNvSpPr>
          <p:nvPr/>
        </p:nvSpPr>
        <p:spPr>
          <a:xfrm>
            <a:off x="737802" y="1466222"/>
            <a:ext cx="8273373" cy="399469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Absorption of iron takes place in the small intestine</a:t>
            </a:r>
          </a:p>
          <a:p>
            <a:endParaRPr lang="en-GB" sz="2000" dirty="0"/>
          </a:p>
          <a:p>
            <a:r>
              <a:rPr lang="en-GB" sz="2000" dirty="0"/>
              <a:t>In food, Fe exists as ferritin, but it cannot be absorbed in this form</a:t>
            </a:r>
          </a:p>
          <a:p>
            <a:endParaRPr lang="en-GB" sz="2000" dirty="0"/>
          </a:p>
          <a:p>
            <a:r>
              <a:rPr lang="en-GB" sz="2000" dirty="0"/>
              <a:t>Fe</a:t>
            </a:r>
            <a:r>
              <a:rPr lang="en-GB" sz="2000" baseline="30000" dirty="0"/>
              <a:t>3+</a:t>
            </a:r>
            <a:r>
              <a:rPr lang="en-GB" sz="2000" dirty="0"/>
              <a:t> </a:t>
            </a:r>
            <a:r>
              <a:rPr lang="en-GB" sz="2000" dirty="0">
                <a:sym typeface="Wingdings" panose="05000000000000000000" pitchFamily="2" charset="2"/>
              </a:rPr>
              <a:t> Fe</a:t>
            </a:r>
            <a:r>
              <a:rPr lang="en-GB" sz="2000" baseline="30000" dirty="0">
                <a:sym typeface="Wingdings" panose="05000000000000000000" pitchFamily="2" charset="2"/>
              </a:rPr>
              <a:t>2+</a:t>
            </a:r>
            <a:r>
              <a:rPr lang="en-GB" sz="2000" dirty="0">
                <a:sym typeface="Wingdings" panose="05000000000000000000" pitchFamily="2" charset="2"/>
              </a:rPr>
              <a:t> (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enzyme: ferric reductase</a:t>
            </a:r>
            <a:r>
              <a:rPr lang="en-GB" sz="2000" dirty="0">
                <a:sym typeface="Wingdings" panose="05000000000000000000" pitchFamily="2" charset="2"/>
              </a:rPr>
              <a:t>; transporter: DMT1)</a:t>
            </a:r>
          </a:p>
          <a:p>
            <a:endParaRPr lang="en-GB" sz="2000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In cells, Fe</a:t>
            </a:r>
            <a:r>
              <a:rPr lang="en-GB" sz="2000" baseline="30000" dirty="0">
                <a:sym typeface="Wingdings" panose="05000000000000000000" pitchFamily="2" charset="2"/>
              </a:rPr>
              <a:t>2+</a:t>
            </a:r>
            <a:r>
              <a:rPr lang="en-GB" sz="2000" dirty="0">
                <a:sym typeface="Wingdings" panose="05000000000000000000" pitchFamily="2" charset="2"/>
              </a:rPr>
              <a:t>  Fe</a:t>
            </a:r>
            <a:r>
              <a:rPr lang="en-GB" sz="2000" baseline="30000" dirty="0">
                <a:sym typeface="Wingdings" panose="05000000000000000000" pitchFamily="2" charset="2"/>
              </a:rPr>
              <a:t>3+</a:t>
            </a:r>
            <a:r>
              <a:rPr lang="en-GB" sz="2000" dirty="0">
                <a:sym typeface="Wingdings" panose="05000000000000000000" pitchFamily="2" charset="2"/>
              </a:rPr>
              <a:t> (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enzyme: </a:t>
            </a:r>
            <a:r>
              <a:rPr lang="en-GB" sz="2000" dirty="0" err="1">
                <a:solidFill>
                  <a:srgbClr val="002060"/>
                </a:solidFill>
                <a:sym typeface="Wingdings" panose="05000000000000000000" pitchFamily="2" charset="2"/>
              </a:rPr>
              <a:t>hephaestin</a:t>
            </a:r>
            <a:r>
              <a:rPr lang="en-GB" sz="2000" dirty="0">
                <a:sym typeface="Wingdings" panose="05000000000000000000" pitchFamily="2" charset="2"/>
              </a:rPr>
              <a:t>; transporter: </a:t>
            </a:r>
            <a:r>
              <a:rPr lang="en-GB" sz="2000" dirty="0" err="1">
                <a:sym typeface="Wingdings" panose="05000000000000000000" pitchFamily="2" charset="2"/>
              </a:rPr>
              <a:t>ferroportin</a:t>
            </a:r>
            <a:r>
              <a:rPr lang="en-GB" sz="2000" dirty="0">
                <a:sym typeface="Wingdings" panose="05000000000000000000" pitchFamily="2" charset="2"/>
              </a:rPr>
              <a:t>)</a:t>
            </a:r>
          </a:p>
          <a:p>
            <a:endParaRPr lang="en-GB" sz="2000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Fe</a:t>
            </a:r>
            <a:r>
              <a:rPr lang="en-GB" sz="2000" baseline="30000" dirty="0">
                <a:sym typeface="Wingdings" panose="05000000000000000000" pitchFamily="2" charset="2"/>
              </a:rPr>
              <a:t>3+ </a:t>
            </a:r>
            <a:r>
              <a:rPr lang="en-GB" sz="2000" dirty="0">
                <a:sym typeface="Wingdings" panose="05000000000000000000" pitchFamily="2" charset="2"/>
              </a:rPr>
              <a:t>is then transported into the blood via a protein carrier -</a:t>
            </a:r>
            <a:r>
              <a:rPr lang="en-GB" sz="2000" b="1" dirty="0">
                <a:sym typeface="Wingdings" panose="05000000000000000000" pitchFamily="2" charset="2"/>
              </a:rPr>
              <a:t>transferrin</a:t>
            </a:r>
          </a:p>
          <a:p>
            <a:endParaRPr lang="en-GB" sz="2000" dirty="0"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E4CF3D65-1869-F5B5-FA94-66CCA902CF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783123"/>
              </p:ext>
            </p:extLst>
          </p:nvPr>
        </p:nvGraphicFramePr>
        <p:xfrm>
          <a:off x="8145806" y="21467"/>
          <a:ext cx="3225046" cy="2580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6EB002-3CDB-2EAF-07BB-CDD954C834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82" y="2272968"/>
            <a:ext cx="2956816" cy="452972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Once in blood: transferrin delivers iron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8960" y="1327694"/>
            <a:ext cx="6454766" cy="3967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transferrin-bound iron circulates in plasma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bone marrow uses iron for erythropoiesis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liver stores iron as ferritin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macrophages recycle iron from old red blood cells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spleen recycling contributes to plasma iron availability</a:t>
            </a:r>
            <a:endParaRPr lang="en-US" sz="2000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6F0FC31-357D-0848-F188-122EF0178A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351510"/>
              </p:ext>
            </p:extLst>
          </p:nvPr>
        </p:nvGraphicFramePr>
        <p:xfrm>
          <a:off x="5771292" y="-737762"/>
          <a:ext cx="5832444" cy="4378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2" descr="A Short Review of Iron Metabolism and Pathophysiology of Iron Disorders">
            <a:extLst>
              <a:ext uri="{FF2B5EF4-FFF2-40B4-BE49-F238E27FC236}">
                <a16:creationId xmlns:a16="http://schemas.microsoft.com/office/drawing/2014/main" id="{93E1A10E-4C19-4EA0-D251-11502D852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087" y="2707244"/>
            <a:ext cx="4896953" cy="365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Hepcidin: the master regulator of plasma iron</a:t>
            </a:r>
            <a:endParaRPr lang="en-US" sz="2700" dirty="0"/>
          </a:p>
        </p:txBody>
      </p:sp>
      <p:pic>
        <p:nvPicPr>
          <p:cNvPr id="23" name="Picture 22" descr="A collage of a diagram of a cell&#10;&#10;Description automatically generated">
            <a:extLst>
              <a:ext uri="{FF2B5EF4-FFF2-40B4-BE49-F238E27FC236}">
                <a16:creationId xmlns:a16="http://schemas.microsoft.com/office/drawing/2014/main" id="{C1CC5E62-B6A8-E211-3851-97A4BEC84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766" y="151446"/>
            <a:ext cx="4016028" cy="47526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4" name="Content Placeholder 1">
            <a:extLst>
              <a:ext uri="{FF2B5EF4-FFF2-40B4-BE49-F238E27FC236}">
                <a16:creationId xmlns:a16="http://schemas.microsoft.com/office/drawing/2014/main" id="{0DFF5B00-C28E-5AD2-B1C6-5B9817B90E34}"/>
              </a:ext>
            </a:extLst>
          </p:cNvPr>
          <p:cNvSpPr txBox="1">
            <a:spLocks/>
          </p:cNvSpPr>
          <p:nvPr/>
        </p:nvSpPr>
        <p:spPr>
          <a:xfrm>
            <a:off x="340764" y="1399540"/>
            <a:ext cx="7413674" cy="43789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/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Hepcidin inhibits </a:t>
            </a:r>
            <a:r>
              <a:rPr lang="en-GB" sz="1800" dirty="0" err="1"/>
              <a:t>ferroportin</a:t>
            </a:r>
            <a:r>
              <a:rPr lang="en-GB" sz="1800" dirty="0"/>
              <a:t> in the liver </a:t>
            </a:r>
            <a:r>
              <a:rPr lang="en-GB" sz="1800" dirty="0">
                <a:sym typeface="Wingdings" panose="05000000000000000000" pitchFamily="2" charset="2"/>
              </a:rPr>
              <a:t></a:t>
            </a:r>
            <a:r>
              <a:rPr lang="en-GB" sz="1800" dirty="0"/>
              <a:t> ↓ plasma Fe concentration</a:t>
            </a:r>
          </a:p>
          <a:p>
            <a:pPr marL="457200" indent="-457200">
              <a:buFont typeface="+mj-lt"/>
              <a:buAutoNum type="arabicPeriod"/>
            </a:pPr>
            <a:endParaRPr lang="en-GB" sz="1800" dirty="0"/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Hepcidin inhibits </a:t>
            </a:r>
            <a:r>
              <a:rPr lang="en-GB" sz="1800" dirty="0" err="1"/>
              <a:t>ferroportin</a:t>
            </a:r>
            <a:r>
              <a:rPr lang="en-GB" sz="1800" dirty="0"/>
              <a:t> in the spleen too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The spleen recycles damaged/dead RBC </a:t>
            </a:r>
            <a:r>
              <a:rPr lang="en-GB" sz="1800" dirty="0">
                <a:sym typeface="Wingdings" panose="05000000000000000000" pitchFamily="2" charset="2"/>
              </a:rPr>
              <a:t></a:t>
            </a:r>
            <a:r>
              <a:rPr lang="en-GB" sz="1800" dirty="0"/>
              <a:t> release Fe. </a:t>
            </a:r>
          </a:p>
          <a:p>
            <a:pPr marL="0" indent="0">
              <a:buNone/>
            </a:pPr>
            <a:r>
              <a:rPr lang="en-GB" sz="1800" dirty="0" err="1"/>
              <a:t>Ferroportin</a:t>
            </a:r>
            <a:r>
              <a:rPr lang="en-GB" sz="1800" dirty="0"/>
              <a:t> transports these Fe to circulation. </a:t>
            </a:r>
          </a:p>
          <a:p>
            <a:pPr marL="0" indent="0">
              <a:buNone/>
            </a:pPr>
            <a:r>
              <a:rPr lang="en-GB" sz="1800" dirty="0"/>
              <a:t>Hepcidin action = ↓ plasma Fe concentration</a:t>
            </a:r>
          </a:p>
          <a:p>
            <a:pPr marL="457200" indent="-457200">
              <a:buFont typeface="+mj-lt"/>
              <a:buAutoNum type="arabicPeriod"/>
            </a:pPr>
            <a:endParaRPr lang="en-GB" sz="1800" dirty="0"/>
          </a:p>
          <a:p>
            <a:pPr marL="457200" indent="-457200">
              <a:buFont typeface="+mj-lt"/>
              <a:buAutoNum type="arabicPeriod" startAt="3"/>
            </a:pPr>
            <a:r>
              <a:rPr lang="en-GB" sz="1800" dirty="0"/>
              <a:t>Hepcidin reduce absorption of Fe from the lumen of the small intestine.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5D92D4-7C13-AE47-AFCD-D38AAB6416EF}"/>
              </a:ext>
            </a:extLst>
          </p:cNvPr>
          <p:cNvSpPr txBox="1"/>
          <p:nvPr/>
        </p:nvSpPr>
        <p:spPr>
          <a:xfrm>
            <a:off x="7247493" y="5251868"/>
            <a:ext cx="4342527" cy="128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600" kern="0" dirty="0">
                <a:solidFill>
                  <a:srgbClr val="002060"/>
                </a:solidFill>
                <a:latin typeface="Arial"/>
              </a:rPr>
              <a:t>GFP labelled </a:t>
            </a:r>
            <a:r>
              <a:rPr lang="en-GB" sz="1600" kern="0" dirty="0" err="1">
                <a:solidFill>
                  <a:srgbClr val="002060"/>
                </a:solidFill>
                <a:latin typeface="Arial"/>
              </a:rPr>
              <a:t>Fpn</a:t>
            </a:r>
            <a:endParaRPr lang="en-GB" sz="1600" kern="0" dirty="0">
              <a:solidFill>
                <a:srgbClr val="002060"/>
              </a:solidFill>
              <a:latin typeface="Arial"/>
            </a:endParaRP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600" kern="0" dirty="0" err="1">
                <a:solidFill>
                  <a:srgbClr val="002060"/>
                </a:solidFill>
                <a:latin typeface="Arial"/>
              </a:rPr>
              <a:t>Fpn</a:t>
            </a:r>
            <a:r>
              <a:rPr lang="en-GB" sz="1600" kern="0" dirty="0">
                <a:solidFill>
                  <a:srgbClr val="002060"/>
                </a:solidFill>
                <a:latin typeface="Arial"/>
              </a:rPr>
              <a:t> is in the plasma membrane of iron exporting cells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600" kern="0" dirty="0">
                <a:solidFill>
                  <a:srgbClr val="002060"/>
                </a:solidFill>
                <a:latin typeface="Arial"/>
              </a:rPr>
              <a:t>↓Fe levels &gt; ↓Hepcidin &gt; ↓inflammation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hepcidin rises or falls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349240" cy="2031274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40080" y="3376603"/>
            <a:ext cx="5349240" cy="2031274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14356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High hepcidin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4709160" cy="120250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stimulated by high iron and inflammation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IL-6 is an important inflammatory signal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ferroportin removed from membranes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iron trapped in enterocytes/macrophages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low plasma iron availability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868680" y="3577771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Low hepcidin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016683"/>
            <a:ext cx="4709160" cy="120250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occurs with low iron stores or high erythropoietic demand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ferroportin stays on membranes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intestinal export increases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macrophage recycling to plasma increases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plasma iron availability rises</a:t>
            </a:r>
            <a:endParaRPr lang="en-US" sz="148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8925A1-8290-F388-A70B-B65DED756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142" y="969634"/>
            <a:ext cx="5446618" cy="45070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HFE mutation and hereditary haemochromatosis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94834" y="4029652"/>
            <a:ext cx="6197165" cy="26180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HFE pathway helps regulate hepcidin response to body iron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HFE mutation can produce inappropriately low hepcidin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ferroportin remains too active for the iron load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iron accumulates in tissues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 damage can include liver disease; treatment can include phlebotomy</a:t>
            </a:r>
            <a:endParaRPr lang="en-US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9335D8-091E-8781-FFB4-F3CB29EFF875}"/>
              </a:ext>
            </a:extLst>
          </p:cNvPr>
          <p:cNvSpPr txBox="1"/>
          <p:nvPr/>
        </p:nvSpPr>
        <p:spPr>
          <a:xfrm>
            <a:off x="502920" y="5816550"/>
            <a:ext cx="4823622" cy="5909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14300"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1800" kern="0" dirty="0">
                <a:latin typeface="Arial"/>
              </a:rPr>
              <a:t>Overexpression of Hepcidin &gt; </a:t>
            </a:r>
            <a:r>
              <a:rPr lang="en-GB" sz="1800" b="1" kern="0" dirty="0">
                <a:latin typeface="Arial"/>
              </a:rPr>
              <a:t>Chronic anaemia </a:t>
            </a:r>
            <a:r>
              <a:rPr lang="en-GB" sz="1800" kern="0" dirty="0">
                <a:latin typeface="Arial"/>
              </a:rPr>
              <a:t>(ACD) &gt; Death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7CC55-92F9-450D-F9CE-341BAE64E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749808"/>
            <a:ext cx="6200775" cy="3343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6CC290-1BDE-A200-0020-AB7E917DE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836623"/>
            <a:ext cx="5694297" cy="320304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14400" y="9613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Iron deficiency </a:t>
            </a:r>
            <a:r>
              <a:rPr lang="en-US" sz="2700" b="1" dirty="0" err="1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anaemia</a:t>
            </a: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(IDA) versus anaemia of chronic disease (ACD)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25C66"/>
                </a:solidFill>
                <a:latin typeface="+mj-lt"/>
                <a:ea typeface="Aptos" pitchFamily="34" charset="-122"/>
                <a:cs typeface="Aptos" pitchFamily="34" charset="-120"/>
              </a:rPr>
              <a:t>Digestion and Renal Sciences  |  Absorption of ions, water and glucose</a:t>
            </a:r>
            <a:endParaRPr lang="en-US" sz="75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16FE5-21AA-4C14-6274-9632EE34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79" y="555592"/>
            <a:ext cx="4559963" cy="6214884"/>
          </a:xfrm>
          <a:prstGeom prst="rect">
            <a:avLst/>
          </a:prstGeom>
        </p:spPr>
      </p:pic>
      <p:pic>
        <p:nvPicPr>
          <p:cNvPr id="7" name="Image 0" descr="/mnt/data/abs_unzip/ppt/media/image40.png">
            <a:extLst>
              <a:ext uri="{FF2B5EF4-FFF2-40B4-BE49-F238E27FC236}">
                <a16:creationId xmlns:a16="http://schemas.microsoft.com/office/drawing/2014/main" id="{7AB4E003-BDB2-851D-5946-85398550A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69236"/>
            <a:ext cx="5063225" cy="598759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Absorptive and post-absorptive states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From intestinal absorption to whole-body fuel handling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Absorptive versus post-absorptive state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349240" cy="2194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85800" y="3694176"/>
            <a:ext cx="5349240" cy="2194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14356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Absorptive state / fed 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4709160" cy="1376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after a meal, nutrients are being absorbed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plasma glucose and amino acids rise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insulin secretion increases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immediate energy needs are met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excess fuel is stored as glycogen and fat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914400" y="38953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Post-absorptive state / fasting between meals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334256"/>
            <a:ext cx="4709160" cy="1380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nutrient absorption from the meal has ended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insulin falls toward basal level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glucagon and counter-regulatory signals become more important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plasma glucose must be maintained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stored fuel is mobilised or spared</a:t>
            </a:r>
            <a:endParaRPr lang="en-US" sz="148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F2E116-9F45-2422-2547-8187BC8C9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156543"/>
            <a:ext cx="5038253" cy="46973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Absorptive state: where absorbed nutrients go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404872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Shape 4"/>
          <p:cNvSpPr/>
          <p:nvPr/>
        </p:nvSpPr>
        <p:spPr>
          <a:xfrm>
            <a:off x="4242816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7" name="Shape 5"/>
          <p:cNvSpPr/>
          <p:nvPr/>
        </p:nvSpPr>
        <p:spPr>
          <a:xfrm>
            <a:off x="6080760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8" name="Shape 6"/>
          <p:cNvSpPr/>
          <p:nvPr/>
        </p:nvSpPr>
        <p:spPr>
          <a:xfrm>
            <a:off x="7918704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9" name="Shape 7"/>
          <p:cNvSpPr/>
          <p:nvPr/>
        </p:nvSpPr>
        <p:spPr>
          <a:xfrm>
            <a:off x="9756648" y="1764792"/>
            <a:ext cx="91440" cy="0"/>
          </a:xfrm>
          <a:prstGeom prst="line">
            <a:avLst/>
          </a:prstGeom>
          <a:noFill/>
          <a:ln w="16510">
            <a:solidFill>
              <a:srgbClr val="D96C3B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0" name="Shape 8"/>
          <p:cNvSpPr/>
          <p:nvPr/>
        </p:nvSpPr>
        <p:spPr>
          <a:xfrm>
            <a:off x="685800" y="1261872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Text 9"/>
          <p:cNvSpPr/>
          <p:nvPr/>
        </p:nvSpPr>
        <p:spPr>
          <a:xfrm>
            <a:off x="758952" y="1426464"/>
            <a:ext cx="154533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Intestinal absorption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23744" y="1261872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/>
          <p:nvPr/>
        </p:nvSpPr>
        <p:spPr>
          <a:xfrm>
            <a:off x="2596896" y="1426464"/>
            <a:ext cx="154533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Portal vein to liver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61688" y="1261872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Text 13"/>
          <p:cNvSpPr/>
          <p:nvPr/>
        </p:nvSpPr>
        <p:spPr>
          <a:xfrm>
            <a:off x="4434840" y="1426464"/>
            <a:ext cx="154533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Liver stores / processes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9632" y="1261872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Text 15"/>
          <p:cNvSpPr/>
          <p:nvPr/>
        </p:nvSpPr>
        <p:spPr>
          <a:xfrm>
            <a:off x="6272784" y="1426464"/>
            <a:ext cx="154533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Muscle uses and stores glucose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7576" y="1261872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9" name="Text 17"/>
          <p:cNvSpPr/>
          <p:nvPr/>
        </p:nvSpPr>
        <p:spPr>
          <a:xfrm>
            <a:off x="8110728" y="1426464"/>
            <a:ext cx="154533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Adipose stores triglyceride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75520" y="1261872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4E6D8"/>
          </a:solidFill>
          <a:ln w="12700">
            <a:solidFill>
              <a:srgbClr val="F4E6D8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Text 19"/>
          <p:cNvSpPr/>
          <p:nvPr/>
        </p:nvSpPr>
        <p:spPr>
          <a:xfrm>
            <a:off x="9948672" y="1426464"/>
            <a:ext cx="154533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Plasma fuels fall back toward normal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C363B8C-46AA-0320-83F5-96949E8B0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364" y="2401635"/>
            <a:ext cx="4109060" cy="437730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high blood glucose stimulates insulin secretion</a:t>
            </a:r>
            <a:endParaRPr lang="en-US" sz="2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EF66B33-8A92-1D04-4CD9-413B84C97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766" y="2020560"/>
            <a:ext cx="6420173" cy="33838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181F2CF3-919A-E7E5-ADE0-FD76EA090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80" y="1356252"/>
            <a:ext cx="5471000" cy="2041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2400" kern="0" dirty="0">
                <a:solidFill>
                  <a:srgbClr val="000000"/>
                </a:solidFill>
                <a:latin typeface="+mj-lt"/>
              </a:rPr>
              <a:t>Absorptive state</a:t>
            </a:r>
            <a:endParaRPr lang="en-GB" sz="2400" u="sng" kern="0" dirty="0">
              <a:solidFill>
                <a:srgbClr val="000000"/>
              </a:solidFill>
              <a:latin typeface="+mj-lt"/>
            </a:endParaRP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800" kern="0" dirty="0">
                <a:solidFill>
                  <a:srgbClr val="0057BF"/>
                </a:solidFill>
                <a:latin typeface="+mj-lt"/>
              </a:rPr>
              <a:t>Feeding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800" kern="0" dirty="0">
                <a:solidFill>
                  <a:srgbClr val="0057BF"/>
                </a:solidFill>
                <a:latin typeface="+mj-lt"/>
              </a:rPr>
              <a:t>Uptake of glucose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800" kern="0" dirty="0">
                <a:solidFill>
                  <a:srgbClr val="C20019"/>
                </a:solidFill>
                <a:latin typeface="+mj-lt"/>
              </a:rPr>
              <a:t>↑Blood sugar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800" kern="0" dirty="0">
                <a:solidFill>
                  <a:srgbClr val="DB0061">
                    <a:lumMod val="50000"/>
                  </a:srgbClr>
                </a:solidFill>
                <a:latin typeface="+mj-lt"/>
              </a:rPr>
              <a:t>Glucose &gt; Enters pancreas &gt; GLUT2 (animal model)&gt; ↑ATP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CF72A06-C02C-EA64-0D1C-F66B263C5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08" y="3903270"/>
            <a:ext cx="4992624" cy="1736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l-GR" sz="2400" kern="0" dirty="0">
                <a:solidFill>
                  <a:srgbClr val="000000"/>
                </a:solidFill>
                <a:latin typeface="+mj-lt"/>
              </a:rPr>
              <a:t>β</a:t>
            </a:r>
            <a:r>
              <a:rPr lang="en-GB" sz="2400" kern="0" dirty="0">
                <a:solidFill>
                  <a:srgbClr val="000000"/>
                </a:solidFill>
                <a:latin typeface="+mj-lt"/>
              </a:rPr>
              <a:t>-cells (Islets of Langerhans) </a:t>
            </a:r>
            <a:endParaRPr lang="en-GB" sz="2400" u="sng" kern="0" dirty="0">
              <a:solidFill>
                <a:srgbClr val="000000"/>
              </a:solidFill>
              <a:latin typeface="+mj-lt"/>
            </a:endParaRP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800" kern="0" dirty="0">
                <a:solidFill>
                  <a:srgbClr val="0057BF"/>
                </a:solidFill>
                <a:latin typeface="+mj-lt"/>
              </a:rPr>
              <a:t>↑ATP causes K+ channels to close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800" kern="0" dirty="0">
                <a:solidFill>
                  <a:srgbClr val="C00000"/>
                </a:solidFill>
                <a:latin typeface="+mj-lt"/>
              </a:rPr>
              <a:t>Membrane depolarisation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GB" sz="1800" kern="0" dirty="0">
                <a:solidFill>
                  <a:srgbClr val="DB0061">
                    <a:lumMod val="50000"/>
                  </a:srgbClr>
                </a:solidFill>
                <a:latin typeface="+mj-lt"/>
              </a:rPr>
              <a:t>↑ Ca2+ intracellular &gt; Insulin exocytosis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Insulin actions in the absorptive state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469" y="1005840"/>
            <a:ext cx="6012180" cy="45902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Hormone secreted by pancreas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stimulated by fed state/Inhibited by fasted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High concentration of glucose/amino acids in the blood stimulates the release of insulin (fed state).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en-US" sz="17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Systematic impact: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muscle and adipose tissue: promotes GLUT4-mediated glucose uptake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liver and muscle: promotes glycogen synthesis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adipose tissue: promotes fat storage and reduces lipolysis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liver: suppresses glucose production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effect: plasma glucose falls back toward normal</a:t>
            </a: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A7CEF7-2541-3CD4-8746-1C0372B32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579" y="56109"/>
            <a:ext cx="4846421" cy="31737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4" descr="insulin_action2">
            <a:extLst>
              <a:ext uri="{FF2B5EF4-FFF2-40B4-BE49-F238E27FC236}">
                <a16:creationId xmlns:a16="http://schemas.microsoft.com/office/drawing/2014/main" id="{4D5EDD36-FB9D-38C2-9F0C-4661938D25A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361" y="3429000"/>
            <a:ext cx="2920112" cy="2920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reactions after a meal and Pompe Disease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26947"/>
            <a:ext cx="5897879" cy="513079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glycogen is normally stored in cytoplasm of liver and muscle cells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Pompe disease involves lysosomal acid α-glucosidase deficiency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glycogen accumulates in lysosomes instead of being cleared properly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muscle and organ dysfunction can result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point: storage is useful only if it can be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mobilised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safely</a:t>
            </a:r>
            <a:endParaRPr lang="en-US" sz="2000" dirty="0"/>
          </a:p>
        </p:txBody>
      </p:sp>
      <p:pic>
        <p:nvPicPr>
          <p:cNvPr id="11" name="Picture 2" descr="Enzyme Replacement Therapy Can Reverse Pathogenic Cascade in Pompe Disease  - ScienceDirect">
            <a:extLst>
              <a:ext uri="{FF2B5EF4-FFF2-40B4-BE49-F238E27FC236}">
                <a16:creationId xmlns:a16="http://schemas.microsoft.com/office/drawing/2014/main" id="{AAC24F27-2172-C4CF-490D-CB59D63EE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9399" y="863600"/>
            <a:ext cx="5130799" cy="5130799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Post-absorptive state: maintaining plasma glucose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46295" y="1145613"/>
            <a:ext cx="7454538" cy="410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 and red blood cells depend heavily on glucose availability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Lack of glucose = brain damage, coma, death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plasma glucose must be defended between meals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insulin falls toward basal level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glucagon becomes more important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liver releases glucose through glycogenolysis and gluconeogenesis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ACFF76-5CB2-0E5E-AF49-C1A227CF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536" y="1170432"/>
            <a:ext cx="4060288" cy="437730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Glucose-supplying and glucose-sparing reactions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675120" y="1060740"/>
            <a:ext cx="5349240" cy="2326785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675120" y="3543663"/>
            <a:ext cx="5349240" cy="2326785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903720" y="12619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Glucose-supplying reactions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1700820"/>
            <a:ext cx="4709160" cy="14405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liver glycogenolysis releases glucose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gluconeogenesis makes glucose from lactate, glycerol and amino acids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muscle glycogen contributes indirectly via lactate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glucagon supports hepatic glucose output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aim: maintain plasma glucose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903720" y="3744831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Glucose-sparing reactions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4183743"/>
            <a:ext cx="4709160" cy="14405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adipose lipolysis releases fatty acids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many tissues shift toward fatty acid use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liver produces ketone bodies during prolonged fasting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glucose reserved for brain/RBC needs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aim: reduce glucose demand</a:t>
            </a:r>
            <a:endParaRPr lang="en-US" sz="148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B285D6-A926-0BF2-EDCB-1B3FF586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84" r="11837"/>
          <a:stretch>
            <a:fillRect/>
          </a:stretch>
        </p:blipFill>
        <p:spPr>
          <a:xfrm>
            <a:off x="393192" y="1316896"/>
            <a:ext cx="5961888" cy="414125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Diabetes as inappropriate post-absorptive physiology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13673" y="1170432"/>
            <a:ext cx="4361688" cy="4690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plasma glucose is high, but insulin signalling is insufficient</a:t>
            </a:r>
            <a:endParaRPr lang="en-US" sz="20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muscle and adipose glucose uptake is impaired</a:t>
            </a:r>
            <a:endParaRPr lang="en-US" sz="20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liver glucose production may remain inappropriately high</a:t>
            </a:r>
            <a:endParaRPr lang="en-US" sz="20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lipolysis and ketone production can increase, especially in type 1 diabetes</a:t>
            </a:r>
            <a:endParaRPr lang="en-US" sz="20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metabolic pattern resembles fasting despite nutrient abundance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0F689F-958B-27E1-A9AC-B6A7AFC36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361" y="1229991"/>
            <a:ext cx="7567558" cy="411455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 1 and type 2 diabetes: same hyperglycaemia, different first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349240" cy="1938528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40080" y="3483864"/>
            <a:ext cx="5349240" cy="1938528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14356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Type 1 diabetes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4709160" cy="11925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loss of pancreatic β-cells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little or no insulin production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young onset is common but not exclusive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weight loss and ketoacidosis risk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requires insulin replacement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868680" y="36850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16184"/>
                </a:solidFill>
              </a:rPr>
              <a:t>Type 2 diabetes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123944"/>
            <a:ext cx="4709160" cy="11925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80" dirty="0">
                <a:solidFill>
                  <a:srgbClr val="111111"/>
                </a:solidFill>
              </a:rPr>
              <a:t>insulin resistance is central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insulin may be high early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β-cell function can decline over time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associated with age, adiposity and metabolic risk</a:t>
            </a:r>
            <a:endParaRPr lang="en-US" sz="1480" dirty="0"/>
          </a:p>
          <a:p>
            <a:r>
              <a:rPr lang="en-US" sz="1480" dirty="0">
                <a:solidFill>
                  <a:srgbClr val="111111"/>
                </a:solidFill>
              </a:rPr>
              <a:t>managed through lifestyle and medications</a:t>
            </a:r>
            <a:endParaRPr lang="en-US" sz="148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1373F6-9ED4-745B-2979-B748287CF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338833"/>
            <a:ext cx="5197386" cy="397764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 of diabetes on tissues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497830" cy="4288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liver: increased glycogenolysis and gluconeogenesis can worsen hyperglycaemia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muscle: reduced glucose uptake contributes to wasting and weakness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adipose tissue: increased lipolysis raises circulating fatty acids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liver may accumulate fat in insulin-resistant states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ketone production can become excessive when insulin is very low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156C2D-2C9C-BD6C-9158-15D8BD524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278" y="368808"/>
            <a:ext cx="4463655" cy="542682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diabetes uses fed and fasted logic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6457188" cy="459028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fasting blood glucose reflects post-absorptive glucose regulation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glucose tolerance reflects absorptive-state handling of glucose load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HbA1c reflects longer-term exposure of haemoglobin to glucose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glucose handling suggests insulin deficiency or insulin resistance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belongs in clinical context rather than one isolated number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8898F0-B854-50E9-BFAF-ED82E2253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085" y="1051560"/>
            <a:ext cx="4517136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9A9C6-71B5-E739-5B71-58C04127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856FD4-1811-9F1B-ED1E-A31EF5FE923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92620A-DDF4-F09F-63ED-E58B7CE4B24B}"/>
              </a:ext>
            </a:extLst>
          </p:cNvPr>
          <p:cNvSpPr/>
          <p:nvPr/>
        </p:nvSpPr>
        <p:spPr>
          <a:xfrm>
            <a:off x="4516120" y="19549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Diabetes Treatment</a:t>
            </a:r>
            <a:endParaRPr lang="en-US" sz="2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144A7A-A72D-0260-9129-A4CC4957D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463" y="924449"/>
            <a:ext cx="9557860" cy="5377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739D7B-50BE-7FC6-F381-20428E776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77" y="924449"/>
            <a:ext cx="2118396" cy="1192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10267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GLP-1 agonists</a:t>
            </a:r>
            <a:endParaRPr lang="en-US" sz="2700" dirty="0"/>
          </a:p>
        </p:txBody>
      </p:sp>
      <p:pic>
        <p:nvPicPr>
          <p:cNvPr id="11" name="Picture 2" descr="Ozempic Semaglutide 0.25mg &amp; 0.5mg | Box of Ozempic / Wegovy… | Flickr">
            <a:extLst>
              <a:ext uri="{FF2B5EF4-FFF2-40B4-BE49-F238E27FC236}">
                <a16:creationId xmlns:a16="http://schemas.microsoft.com/office/drawing/2014/main" id="{0D12DB7F-C8E2-F9A6-DB88-8C0F0C63E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3" t="38039" r="4891" b="9117"/>
          <a:stretch/>
        </p:blipFill>
        <p:spPr bwMode="auto">
          <a:xfrm>
            <a:off x="7864776" y="329267"/>
            <a:ext cx="3857832" cy="190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6DD400BD-04FE-97FE-E560-668365BA8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236" y="2609880"/>
            <a:ext cx="4934932" cy="355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7259249E-CF54-1DFD-DA22-CB89D724DDF3}"/>
              </a:ext>
            </a:extLst>
          </p:cNvPr>
          <p:cNvSpPr txBox="1">
            <a:spLocks/>
          </p:cNvSpPr>
          <p:nvPr/>
        </p:nvSpPr>
        <p:spPr>
          <a:xfrm>
            <a:off x="325925" y="1310641"/>
            <a:ext cx="6690511" cy="434777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Glucagon-like peptide-1 (GLP-1) agonists are in current use for the management of type 2 Diabetes Mellitus.</a:t>
            </a:r>
          </a:p>
          <a:p>
            <a:endParaRPr lang="en-GB" dirty="0"/>
          </a:p>
          <a:p>
            <a:r>
              <a:rPr lang="en-GB" dirty="0">
                <a:solidFill>
                  <a:srgbClr val="222222"/>
                </a:solidFill>
              </a:rPr>
              <a:t>GLP-1 is a peptide produced by the intestinal enteroendocrine L cells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They work by activating GLP-1 receptors in the pancreas </a:t>
            </a:r>
            <a:r>
              <a:rPr lang="en-GB" dirty="0">
                <a:sym typeface="Wingdings" panose="05000000000000000000" pitchFamily="2" charset="2"/>
              </a:rPr>
              <a:t> ↑ insulin release  ↓ glucagon release  ↓ gastric emptying</a:t>
            </a:r>
          </a:p>
          <a:p>
            <a:pPr marL="0" indent="0">
              <a:buNone/>
            </a:pPr>
            <a:endParaRPr lang="en-GB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3B"/>
          </a:solidFill>
          <a:ln w="12700">
            <a:solidFill>
              <a:srgbClr val="D96C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CF3"/>
                </a:solidFill>
              </a:rPr>
              <a:t>Digestion and Renal Sciences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Part 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Integration and exam reasoning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7889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2E8"/>
                </a:solidFill>
              </a:rPr>
              <a:t>Turn transport mechanisms into clear answers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25400">
            <a:solidFill>
              <a:srgbClr val="D96C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08660" y="868680"/>
            <a:ext cx="112928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Exam-style prompt 1</a:t>
            </a:r>
          </a:p>
          <a:p>
            <a:pPr marL="0" indent="0">
              <a:buNone/>
            </a:pPr>
            <a:r>
              <a:rPr lang="en-GB" sz="3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how glucose absorption can promote water absorption.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3273552"/>
            <a:ext cx="5074920" cy="2304288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6" name="Text 4"/>
          <p:cNvSpPr/>
          <p:nvPr/>
        </p:nvSpPr>
        <p:spPr>
          <a:xfrm>
            <a:off x="960120" y="34935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Pause, think, then answer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987800"/>
            <a:ext cx="4480560" cy="995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</a:rPr>
              <a:t>Mention SGLT1 at the apical membrane.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Mention basolateral Na⁺/K⁺ ATPase.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Mention glucose and Na⁺ cotransport.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Finish with osmotic movement of water.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3273552"/>
            <a:ext cx="5394960" cy="2304288"/>
          </a:xfrm>
          <a:prstGeom prst="roundRect">
            <a:avLst>
              <a:gd name="adj" fmla="val 1684"/>
            </a:avLst>
          </a:prstGeom>
          <a:solidFill>
            <a:srgbClr val="DDECF3"/>
          </a:solidFill>
          <a:ln w="12700">
            <a:solidFill>
              <a:srgbClr val="DDEC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355080" y="3460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Expected answer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3644900"/>
            <a:ext cx="4754880" cy="15397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</a:rPr>
              <a:t>Na⁺/K⁺ ATPase maintains low intracellular Na⁺; </a:t>
            </a:r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</a:rPr>
              <a:t>apical SGLT1 cotransports Na⁺ and glucose into enterocytes; </a:t>
            </a:r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</a:rPr>
              <a:t>solute absorption creates an osmotic gradient so water follows from lumen to body.</a:t>
            </a:r>
            <a:endParaRPr lang="en-US" sz="152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32DC-67A4-0171-294C-4E42F286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6155A1-E629-272C-A9AB-0E07AC465E5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CB16B1-F4A8-3757-79AA-82F6427F1168}"/>
              </a:ext>
            </a:extLst>
          </p:cNvPr>
          <p:cNvSpPr/>
          <p:nvPr/>
        </p:nvSpPr>
        <p:spPr>
          <a:xfrm>
            <a:off x="708660" y="868680"/>
            <a:ext cx="112928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Exam-style prompt 1</a:t>
            </a:r>
          </a:p>
          <a:p>
            <a:pPr marL="0" indent="0">
              <a:buNone/>
            </a:pPr>
            <a:r>
              <a:rPr lang="en-GB" sz="3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how glucose absorption can promote water absorption.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F0B9D88-F654-CE83-DCD0-24CE40681E24}"/>
              </a:ext>
            </a:extLst>
          </p:cNvPr>
          <p:cNvSpPr/>
          <p:nvPr/>
        </p:nvSpPr>
        <p:spPr>
          <a:xfrm>
            <a:off x="3640756" y="3158530"/>
            <a:ext cx="5074920" cy="2304288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7E9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85D4EB-A2EE-B2C2-7042-05008E78817B}"/>
              </a:ext>
            </a:extLst>
          </p:cNvPr>
          <p:cNvSpPr/>
          <p:nvPr/>
        </p:nvSpPr>
        <p:spPr>
          <a:xfrm>
            <a:off x="3915076" y="337849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C3B"/>
                </a:solidFill>
              </a:rPr>
              <a:t>Pause, think, then answer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A20451-0CFC-F77D-059B-11D7536E740C}"/>
              </a:ext>
            </a:extLst>
          </p:cNvPr>
          <p:cNvSpPr/>
          <p:nvPr/>
        </p:nvSpPr>
        <p:spPr>
          <a:xfrm>
            <a:off x="3915076" y="3872778"/>
            <a:ext cx="4480560" cy="995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</a:rPr>
              <a:t>Mention SGLT1 at the apical membrane.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Mention basolateral Na⁺/K⁺ ATPase.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Mention glucose and Na⁺ cotransport.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Finish with osmotic movement of water.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18904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184"/>
          </a:solidFill>
          <a:ln w="12700">
            <a:solidFill>
              <a:srgbClr val="2161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in six sentences</a:t>
            </a:r>
            <a:endParaRPr lang="en-US" sz="2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2C5D4E-9AD4-FDEC-F168-797DCBD11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01" y="1089175"/>
            <a:ext cx="5330739" cy="47721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F22718-46F2-E022-8F43-F94ED95FB7BB}"/>
              </a:ext>
            </a:extLst>
          </p:cNvPr>
          <p:cNvSpPr txBox="1"/>
          <p:nvPr/>
        </p:nvSpPr>
        <p:spPr>
          <a:xfrm>
            <a:off x="6362703" y="834656"/>
            <a:ext cx="5227317" cy="5453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absorption is selective epithelial transport from lumen to body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Na⁺ gradients generated by Na⁺/K⁺ ATPase power multiple absorptive routes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follows osmotic gradients created by absorbed solutes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absorption uses SGLT1 entry and GLUT2 exit before insulin-directed tissue handling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Ca²⁺ and Fe show endocrine/systemic regulation through vitamin D and hepcidin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absorptive and post-absorptive states explain storage, fasting and diabetes physiology</a:t>
            </a:r>
            <a:endParaRPr lang="en-US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2117</TotalTime>
  <Words>3189</Words>
  <Application>Microsoft Office PowerPoint</Application>
  <PresentationFormat>Widescreen</PresentationFormat>
  <Paragraphs>552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Helvetica</vt:lpstr>
      <vt:lpstr>Wingdings</vt:lpstr>
      <vt:lpstr>Office Theme</vt:lpstr>
      <vt:lpstr>Absorption of  Ions, Water, Glucose and  The Absorptive States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Birmingham - HUST JEP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Absorption of ions, water and glucose - 100 minute lecture</dc:title>
  <dc:subject>Digestion and Renal Sciences - Absorption of ions, water, glucose and metabolic states</dc:subject>
  <dc:creator>Songyang Li / OpenAI</dc:creator>
  <cp:lastModifiedBy>Songyang Li (Biomedical Sciences)</cp:lastModifiedBy>
  <cp:revision>7</cp:revision>
  <dcterms:created xsi:type="dcterms:W3CDTF">2026-07-27T03:06:08Z</dcterms:created>
  <dcterms:modified xsi:type="dcterms:W3CDTF">2026-10-25T11:00:49Z</dcterms:modified>
</cp:coreProperties>
</file>