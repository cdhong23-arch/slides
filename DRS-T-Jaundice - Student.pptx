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  <p:sldMasterId id="2147483673" r:id="rId5"/>
    <p:sldMasterId id="2147483724" r:id="rId6"/>
  </p:sldMasterIdLst>
  <p:notesMasterIdLst>
    <p:notesMasterId r:id="rId35"/>
  </p:notesMasterIdLst>
  <p:handoutMasterIdLst>
    <p:handoutMasterId r:id="rId36"/>
  </p:handoutMasterIdLst>
  <p:sldIdLst>
    <p:sldId id="424" r:id="rId7"/>
    <p:sldId id="1398" r:id="rId8"/>
    <p:sldId id="1399" r:id="rId9"/>
    <p:sldId id="1400" r:id="rId10"/>
    <p:sldId id="1401" r:id="rId11"/>
    <p:sldId id="1402" r:id="rId12"/>
    <p:sldId id="1403" r:id="rId13"/>
    <p:sldId id="1404" r:id="rId14"/>
    <p:sldId id="1405" r:id="rId15"/>
    <p:sldId id="1406" r:id="rId16"/>
    <p:sldId id="1407" r:id="rId17"/>
    <p:sldId id="1408" r:id="rId18"/>
    <p:sldId id="1409" r:id="rId19"/>
    <p:sldId id="1410" r:id="rId20"/>
    <p:sldId id="1411" r:id="rId21"/>
    <p:sldId id="1412" r:id="rId22"/>
    <p:sldId id="1413" r:id="rId23"/>
    <p:sldId id="1414" r:id="rId24"/>
    <p:sldId id="1415" r:id="rId25"/>
    <p:sldId id="1416" r:id="rId26"/>
    <p:sldId id="1417" r:id="rId27"/>
    <p:sldId id="1418" r:id="rId28"/>
    <p:sldId id="1419" r:id="rId29"/>
    <p:sldId id="1420" r:id="rId30"/>
    <p:sldId id="1421" r:id="rId31"/>
    <p:sldId id="1422" r:id="rId32"/>
    <p:sldId id="1429" r:id="rId33"/>
    <p:sldId id="1396" r:id="rId34"/>
  </p:sldIdLst>
  <p:sldSz cx="12192000" cy="6858000"/>
  <p:notesSz cx="6797675" cy="9926638"/>
  <p:embeddedFontLst>
    <p:embeddedFont>
      <p:font typeface="等线 Light" panose="02010600030101010101" pitchFamily="2" charset="-122"/>
      <p:regular r:id="rId37"/>
    </p:embeddedFont>
    <p:embeddedFont>
      <p:font typeface="Helvetica" panose="020B0604020202020204" pitchFamily="34" charset="0"/>
      <p:regular r:id="rId38"/>
      <p:bold r:id="rId39"/>
      <p:italic r:id="rId40"/>
      <p:bold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06B7B3-04E7-14C7-F006-E8D6FD9317EA}" name="Michelle Sewell" initials="MS" userId="S::michelle@mammoth.tv::e8d9b915-60eb-4c10-8538-61abdf84f72c" providerId="AD"/>
  <p188:author id="{0A5C11CE-E63F-52BF-EC09-294DF5E06369}" name="Laura Forty (MDS - Administration)" initials="LF" userId="S::l.c.forty@bham.ac.uk::05d6f0cb-f868-4d78-af62-f98c7f87984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EC4040-301A-49AD-9F56-01AB2163D5EC}" v="1620" dt="2026-10-21T07:58:31.7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751" autoAdjust="0"/>
  </p:normalViewPr>
  <p:slideViewPr>
    <p:cSldViewPr snapToGrid="0">
      <p:cViewPr varScale="1">
        <p:scale>
          <a:sx n="89" d="100"/>
          <a:sy n="89" d="100"/>
        </p:scale>
        <p:origin x="13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font" Target="fonts/font3.fntdata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notesMaster" Target="notesMasters/notesMaster1.xml"/><Relationship Id="rId43" Type="http://schemas.openxmlformats.org/officeDocument/2006/relationships/viewProps" Target="viewProps.xml"/><Relationship Id="rId48" Type="http://schemas.microsoft.com/office/2018/10/relationships/authors" Target="author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font" Target="fonts/font2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4.xml"/><Relationship Id="rId41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eming Li (Biomedical Sciences)" userId="S::y.li.43@bham.ac.uk::12f3b62c-acd5-4357-a314-0b860ca8b8d2" providerId="AD" clId="Web-{00000000-0000-0000-0000-000000000000}"/>
    <pc:docChg chg="modSld">
      <pc:chgData name="Yueming Li (Biomedical Sciences)" userId="S::y.li.43@bham.ac.uk::12f3b62c-acd5-4357-a314-0b860ca8b8d2" providerId="AD" clId="Web-{00000000-0000-0000-0000-000000000000}" dt="2026-10-19T08:15:46.770" v="72" actId="14100"/>
      <pc:docMkLst>
        <pc:docMk/>
      </pc:docMkLst>
      <pc:sldChg chg="modSp">
        <pc:chgData name="Yueming Li (Biomedical Sciences)" userId="S::y.li.43@bham.ac.uk::12f3b62c-acd5-4357-a314-0b860ca8b8d2" providerId="AD" clId="Web-{00000000-0000-0000-0000-000000000000}" dt="2026-10-19T03:08:52.962" v="15" actId="20577"/>
        <pc:sldMkLst>
          <pc:docMk/>
          <pc:sldMk cId="3328393189" sldId="1398"/>
        </pc:sldMkLst>
        <pc:spChg chg="mod">
          <ac:chgData name="Yueming Li (Biomedical Sciences)" userId="S::y.li.43@bham.ac.uk::12f3b62c-acd5-4357-a314-0b860ca8b8d2" providerId="AD" clId="Web-{00000000-0000-0000-0000-000000000000}" dt="2026-10-19T03:08:52.962" v="15" actId="20577"/>
          <ac:spMkLst>
            <pc:docMk/>
            <pc:sldMk cId="3328393189" sldId="1398"/>
            <ac:spMk id="2" creationId="{DA29B48A-1508-4038-6F28-54D6333A7B41}"/>
          </ac:spMkLst>
        </pc:spChg>
      </pc:sldChg>
      <pc:sldChg chg="modNotes">
        <pc:chgData name="Yueming Li (Biomedical Sciences)" userId="S::y.li.43@bham.ac.uk::12f3b62c-acd5-4357-a314-0b860ca8b8d2" providerId="AD" clId="Web-{00000000-0000-0000-0000-000000000000}" dt="2026-10-19T03:10:15.668" v="18"/>
        <pc:sldMkLst>
          <pc:docMk/>
          <pc:sldMk cId="3928176153" sldId="1399"/>
        </pc:sldMkLst>
      </pc:sldChg>
      <pc:sldChg chg="modNotes">
        <pc:chgData name="Yueming Li (Biomedical Sciences)" userId="S::y.li.43@bham.ac.uk::12f3b62c-acd5-4357-a314-0b860ca8b8d2" providerId="AD" clId="Web-{00000000-0000-0000-0000-000000000000}" dt="2026-10-19T03:12:29.922" v="21"/>
        <pc:sldMkLst>
          <pc:docMk/>
          <pc:sldMk cId="2967493758" sldId="1400"/>
        </pc:sldMkLst>
      </pc:sldChg>
      <pc:sldChg chg="addSp delSp modSp modNotes">
        <pc:chgData name="Yueming Li (Biomedical Sciences)" userId="S::y.li.43@bham.ac.uk::12f3b62c-acd5-4357-a314-0b860ca8b8d2" providerId="AD" clId="Web-{00000000-0000-0000-0000-000000000000}" dt="2026-10-19T03:15:26.864" v="34"/>
        <pc:sldMkLst>
          <pc:docMk/>
          <pc:sldMk cId="2890239090" sldId="1401"/>
        </pc:sldMkLst>
        <pc:spChg chg="add mod">
          <ac:chgData name="Yueming Li (Biomedical Sciences)" userId="S::y.li.43@bham.ac.uk::12f3b62c-acd5-4357-a314-0b860ca8b8d2" providerId="AD" clId="Web-{00000000-0000-0000-0000-000000000000}" dt="2026-10-19T03:15:01.832" v="29" actId="1076"/>
          <ac:spMkLst>
            <pc:docMk/>
            <pc:sldMk cId="2890239090" sldId="1401"/>
            <ac:spMk id="3" creationId="{F0CFCF50-7A91-19BC-EC43-CBE6959CE22E}"/>
          </ac:spMkLst>
        </pc:spChg>
        <pc:spChg chg="add mod">
          <ac:chgData name="Yueming Li (Biomedical Sciences)" userId="S::y.li.43@bham.ac.uk::12f3b62c-acd5-4357-a314-0b860ca8b8d2" providerId="AD" clId="Web-{00000000-0000-0000-0000-000000000000}" dt="2026-10-19T03:15:04.520" v="31"/>
          <ac:spMkLst>
            <pc:docMk/>
            <pc:sldMk cId="2890239090" sldId="1401"/>
            <ac:spMk id="5" creationId="{38ED9213-F4A9-3A63-04D9-6233BB5CA2D1}"/>
          </ac:spMkLst>
        </pc:spChg>
        <pc:picChg chg="mod">
          <ac:chgData name="Yueming Li (Biomedical Sciences)" userId="S::y.li.43@bham.ac.uk::12f3b62c-acd5-4357-a314-0b860ca8b8d2" providerId="AD" clId="Web-{00000000-0000-0000-0000-000000000000}" dt="2026-10-19T03:12:39.969" v="22" actId="1076"/>
          <ac:picMkLst>
            <pc:docMk/>
            <pc:sldMk cId="2890239090" sldId="1401"/>
            <ac:picMk id="6" creationId="{0CB61AF9-5073-3411-27C0-EB422E8602D2}"/>
          </ac:picMkLst>
        </pc:picChg>
      </pc:sldChg>
      <pc:sldChg chg="addSp delSp modSp modNotes">
        <pc:chgData name="Yueming Li (Biomedical Sciences)" userId="S::y.li.43@bham.ac.uk::12f3b62c-acd5-4357-a314-0b860ca8b8d2" providerId="AD" clId="Web-{00000000-0000-0000-0000-000000000000}" dt="2026-10-19T03:20:43.255" v="41" actId="1076"/>
        <pc:sldMkLst>
          <pc:docMk/>
          <pc:sldMk cId="1826605993" sldId="1402"/>
        </pc:sldMkLst>
        <pc:spChg chg="mod">
          <ac:chgData name="Yueming Li (Biomedical Sciences)" userId="S::y.li.43@bham.ac.uk::12f3b62c-acd5-4357-a314-0b860ca8b8d2" providerId="AD" clId="Web-{00000000-0000-0000-0000-000000000000}" dt="2026-10-19T02:57:43.834" v="2" actId="20577"/>
          <ac:spMkLst>
            <pc:docMk/>
            <pc:sldMk cId="1826605993" sldId="1402"/>
            <ac:spMk id="2" creationId="{F70F1EAF-6A83-06A1-A1BF-9AB94007A7B0}"/>
          </ac:spMkLst>
        </pc:spChg>
        <pc:spChg chg="add mod">
          <ac:chgData name="Yueming Li (Biomedical Sciences)" userId="S::y.li.43@bham.ac.uk::12f3b62c-acd5-4357-a314-0b860ca8b8d2" providerId="AD" clId="Web-{00000000-0000-0000-0000-000000000000}" dt="2026-10-19T03:16:00.943" v="38"/>
          <ac:spMkLst>
            <pc:docMk/>
            <pc:sldMk cId="1826605993" sldId="1402"/>
            <ac:spMk id="7" creationId="{6911E6F2-8A64-5897-E2A4-6209B1116CD5}"/>
          </ac:spMkLst>
        </pc:spChg>
      </pc:sldChg>
      <pc:sldChg chg="addSp delSp modSp modNotes">
        <pc:chgData name="Yueming Li (Biomedical Sciences)" userId="S::y.li.43@bham.ac.uk::12f3b62c-acd5-4357-a314-0b860ca8b8d2" providerId="AD" clId="Web-{00000000-0000-0000-0000-000000000000}" dt="2026-10-19T03:23:09.187" v="47"/>
        <pc:sldMkLst>
          <pc:docMk/>
          <pc:sldMk cId="1404876495" sldId="1403"/>
        </pc:sldMkLst>
        <pc:spChg chg="mod">
          <ac:chgData name="Yueming Li (Biomedical Sciences)" userId="S::y.li.43@bham.ac.uk::12f3b62c-acd5-4357-a314-0b860ca8b8d2" providerId="AD" clId="Web-{00000000-0000-0000-0000-000000000000}" dt="2026-10-19T03:21:46.228" v="45" actId="20577"/>
          <ac:spMkLst>
            <pc:docMk/>
            <pc:sldMk cId="1404876495" sldId="1403"/>
            <ac:spMk id="2" creationId="{7D684C7C-E9D7-7143-3FCD-0910BCC20B6F}"/>
          </ac:spMkLst>
        </pc:spChg>
      </pc:sldChg>
      <pc:sldChg chg="addSp modSp modNotes">
        <pc:chgData name="Yueming Li (Biomedical Sciences)" userId="S::y.li.43@bham.ac.uk::12f3b62c-acd5-4357-a314-0b860ca8b8d2" providerId="AD" clId="Web-{00000000-0000-0000-0000-000000000000}" dt="2026-10-19T03:26:54.631" v="52"/>
        <pc:sldMkLst>
          <pc:docMk/>
          <pc:sldMk cId="2418554197" sldId="1404"/>
        </pc:sldMkLst>
        <pc:spChg chg="mod">
          <ac:chgData name="Yueming Li (Biomedical Sciences)" userId="S::y.li.43@bham.ac.uk::12f3b62c-acd5-4357-a314-0b860ca8b8d2" providerId="AD" clId="Web-{00000000-0000-0000-0000-000000000000}" dt="2026-10-19T03:23:21.141" v="49" actId="20577"/>
          <ac:spMkLst>
            <pc:docMk/>
            <pc:sldMk cId="2418554197" sldId="1404"/>
            <ac:spMk id="2" creationId="{3BD2C821-E4A2-67CD-F70F-CA651B2A9FFE}"/>
          </ac:spMkLst>
        </pc:spChg>
        <pc:spChg chg="add mod">
          <ac:chgData name="Yueming Li (Biomedical Sciences)" userId="S::y.li.43@bham.ac.uk::12f3b62c-acd5-4357-a314-0b860ca8b8d2" providerId="AD" clId="Web-{00000000-0000-0000-0000-000000000000}" dt="2026-10-19T03:23:36.720" v="51"/>
          <ac:spMkLst>
            <pc:docMk/>
            <pc:sldMk cId="2418554197" sldId="1404"/>
            <ac:spMk id="4" creationId="{69839219-CEA5-2538-BF70-4704F62D0BCD}"/>
          </ac:spMkLst>
        </pc:spChg>
      </pc:sldChg>
      <pc:sldChg chg="modSp">
        <pc:chgData name="Yueming Li (Biomedical Sciences)" userId="S::y.li.43@bham.ac.uk::12f3b62c-acd5-4357-a314-0b860ca8b8d2" providerId="AD" clId="Web-{00000000-0000-0000-0000-000000000000}" dt="2026-10-19T03:27:10.664" v="53" actId="20577"/>
        <pc:sldMkLst>
          <pc:docMk/>
          <pc:sldMk cId="372905409" sldId="1405"/>
        </pc:sldMkLst>
        <pc:spChg chg="mod">
          <ac:chgData name="Yueming Li (Biomedical Sciences)" userId="S::y.li.43@bham.ac.uk::12f3b62c-acd5-4357-a314-0b860ca8b8d2" providerId="AD" clId="Web-{00000000-0000-0000-0000-000000000000}" dt="2026-10-19T03:27:10.664" v="53" actId="20577"/>
          <ac:spMkLst>
            <pc:docMk/>
            <pc:sldMk cId="372905409" sldId="1405"/>
            <ac:spMk id="2" creationId="{26CB7A73-0A1C-B78F-6C19-200685A6185F}"/>
          </ac:spMkLst>
        </pc:spChg>
      </pc:sldChg>
      <pc:sldChg chg="addSp modSp modNotes">
        <pc:chgData name="Yueming Li (Biomedical Sciences)" userId="S::y.li.43@bham.ac.uk::12f3b62c-acd5-4357-a314-0b860ca8b8d2" providerId="AD" clId="Web-{00000000-0000-0000-0000-000000000000}" dt="2026-10-19T08:10:29.717" v="56"/>
        <pc:sldMkLst>
          <pc:docMk/>
          <pc:sldMk cId="135557180" sldId="1406"/>
        </pc:sldMkLst>
      </pc:sldChg>
      <pc:sldChg chg="addSp modSp modNotes">
        <pc:chgData name="Yueming Li (Biomedical Sciences)" userId="S::y.li.43@bham.ac.uk::12f3b62c-acd5-4357-a314-0b860ca8b8d2" providerId="AD" clId="Web-{00000000-0000-0000-0000-000000000000}" dt="2026-10-19T08:15:10.972" v="65"/>
        <pc:sldMkLst>
          <pc:docMk/>
          <pc:sldMk cId="1688117791" sldId="1407"/>
        </pc:sldMkLst>
        <pc:spChg chg="mod">
          <ac:chgData name="Yueming Li (Biomedical Sciences)" userId="S::y.li.43@bham.ac.uk::12f3b62c-acd5-4357-a314-0b860ca8b8d2" providerId="AD" clId="Web-{00000000-0000-0000-0000-000000000000}" dt="2026-10-19T08:12:28.655" v="57" actId="20577"/>
          <ac:spMkLst>
            <pc:docMk/>
            <pc:sldMk cId="1688117791" sldId="1407"/>
            <ac:spMk id="2" creationId="{ACA73ED2-BCCD-12BC-9B77-4BE7770BB24B}"/>
          </ac:spMkLst>
        </pc:spChg>
        <pc:spChg chg="add mod">
          <ac:chgData name="Yueming Li (Biomedical Sciences)" userId="S::y.li.43@bham.ac.uk::12f3b62c-acd5-4357-a314-0b860ca8b8d2" providerId="AD" clId="Web-{00000000-0000-0000-0000-000000000000}" dt="2026-10-19T08:12:59.968" v="60" actId="1076"/>
          <ac:spMkLst>
            <pc:docMk/>
            <pc:sldMk cId="1688117791" sldId="1407"/>
            <ac:spMk id="4" creationId="{0A4B2921-1914-C195-8B78-9BCE602A1217}"/>
          </ac:spMkLst>
        </pc:spChg>
        <pc:spChg chg="add mod">
          <ac:chgData name="Yueming Li (Biomedical Sciences)" userId="S::y.li.43@bham.ac.uk::12f3b62c-acd5-4357-a314-0b860ca8b8d2" providerId="AD" clId="Web-{00000000-0000-0000-0000-000000000000}" dt="2026-10-19T08:13:13.922" v="63"/>
          <ac:spMkLst>
            <pc:docMk/>
            <pc:sldMk cId="1688117791" sldId="1407"/>
            <ac:spMk id="6" creationId="{67D829C2-D2F8-16E3-45CD-162D474026BC}"/>
          </ac:spMkLst>
        </pc:spChg>
      </pc:sldChg>
      <pc:sldChg chg="addSp modSp">
        <pc:chgData name="Yueming Li (Biomedical Sciences)" userId="S::y.li.43@bham.ac.uk::12f3b62c-acd5-4357-a314-0b860ca8b8d2" providerId="AD" clId="Web-{00000000-0000-0000-0000-000000000000}" dt="2026-10-19T08:15:46.770" v="72" actId="14100"/>
        <pc:sldMkLst>
          <pc:docMk/>
          <pc:sldMk cId="3124221593" sldId="1408"/>
        </pc:sldMkLst>
        <pc:spChg chg="mod">
          <ac:chgData name="Yueming Li (Biomedical Sciences)" userId="S::y.li.43@bham.ac.uk::12f3b62c-acd5-4357-a314-0b860ca8b8d2" providerId="AD" clId="Web-{00000000-0000-0000-0000-000000000000}" dt="2026-10-19T08:15:14.831" v="66" actId="20577"/>
          <ac:spMkLst>
            <pc:docMk/>
            <pc:sldMk cId="3124221593" sldId="1408"/>
            <ac:spMk id="2" creationId="{23BA93C6-9027-7BE0-F10E-FF0BD696F9A5}"/>
          </ac:spMkLst>
        </pc:spChg>
        <pc:spChg chg="add mod">
          <ac:chgData name="Yueming Li (Biomedical Sciences)" userId="S::y.li.43@bham.ac.uk::12f3b62c-acd5-4357-a314-0b860ca8b8d2" providerId="AD" clId="Web-{00000000-0000-0000-0000-000000000000}" dt="2026-10-19T08:15:31.363" v="69" actId="1076"/>
          <ac:spMkLst>
            <pc:docMk/>
            <pc:sldMk cId="3124221593" sldId="1408"/>
            <ac:spMk id="4" creationId="{72A93677-184D-6AC8-5028-BE21AFEF9D85}"/>
          </ac:spMkLst>
        </pc:spChg>
        <pc:spChg chg="add mod">
          <ac:chgData name="Yueming Li (Biomedical Sciences)" userId="S::y.li.43@bham.ac.uk::12f3b62c-acd5-4357-a314-0b860ca8b8d2" providerId="AD" clId="Web-{00000000-0000-0000-0000-000000000000}" dt="2026-10-19T08:15:46.770" v="72" actId="14100"/>
          <ac:spMkLst>
            <pc:docMk/>
            <pc:sldMk cId="3124221593" sldId="1408"/>
            <ac:spMk id="5" creationId="{4A15C34E-12D4-97FE-90B0-6D8E90916A4B}"/>
          </ac:spMkLst>
        </pc:spChg>
      </pc:sldChg>
    </pc:docChg>
  </pc:docChgLst>
  <pc:docChgLst>
    <pc:chgData name="Yueming Li (Biomedical Sciences)" userId="S::y.li.43@bham.ac.uk::12f3b62c-acd5-4357-a314-0b860ca8b8d2" providerId="AD" clId="Web-{E86CA64F-7F1D-DB51-3BE6-D46E20C08D23}"/>
    <pc:docChg chg="delSld modSld">
      <pc:chgData name="Yueming Li (Biomedical Sciences)" userId="S::y.li.43@bham.ac.uk::12f3b62c-acd5-4357-a314-0b860ca8b8d2" providerId="AD" clId="Web-{E86CA64F-7F1D-DB51-3BE6-D46E20C08D23}" dt="2026-10-19T02:53:25.480" v="41"/>
      <pc:docMkLst>
        <pc:docMk/>
      </pc:docMkLst>
      <pc:sldChg chg="modSp">
        <pc:chgData name="Yueming Li (Biomedical Sciences)" userId="S::y.li.43@bham.ac.uk::12f3b62c-acd5-4357-a314-0b860ca8b8d2" providerId="AD" clId="Web-{E86CA64F-7F1D-DB51-3BE6-D46E20C08D23}" dt="2026-10-19T02:32:34.855" v="17" actId="20577"/>
        <pc:sldMkLst>
          <pc:docMk/>
          <pc:sldMk cId="4267262116" sldId="424"/>
        </pc:sldMkLst>
        <pc:spChg chg="mod">
          <ac:chgData name="Yueming Li (Biomedical Sciences)" userId="S::y.li.43@bham.ac.uk::12f3b62c-acd5-4357-a314-0b860ca8b8d2" providerId="AD" clId="Web-{E86CA64F-7F1D-DB51-3BE6-D46E20C08D23}" dt="2026-10-19T02:32:06.104" v="8" actId="20577"/>
          <ac:spMkLst>
            <pc:docMk/>
            <pc:sldMk cId="4267262116" sldId="424"/>
            <ac:spMk id="2" creationId="{C597A616-0A91-5A9A-E32F-15F441DB3784}"/>
          </ac:spMkLst>
        </pc:spChg>
        <pc:spChg chg="mod">
          <ac:chgData name="Yueming Li (Biomedical Sciences)" userId="S::y.li.43@bham.ac.uk::12f3b62c-acd5-4357-a314-0b860ca8b8d2" providerId="AD" clId="Web-{E86CA64F-7F1D-DB51-3BE6-D46E20C08D23}" dt="2026-10-19T02:32:34.855" v="17" actId="20577"/>
          <ac:spMkLst>
            <pc:docMk/>
            <pc:sldMk cId="4267262116" sldId="424"/>
            <ac:spMk id="3" creationId="{6314F977-DAAD-FF47-3FD5-579190CEB9B4}"/>
          </ac:spMkLst>
        </pc:spChg>
      </pc:sldChg>
      <pc:sldChg chg="addSp modSp modNotes">
        <pc:chgData name="Yueming Li (Biomedical Sciences)" userId="S::y.li.43@bham.ac.uk::12f3b62c-acd5-4357-a314-0b860ca8b8d2" providerId="AD" clId="Web-{E86CA64F-7F1D-DB51-3BE6-D46E20C08D23}" dt="2026-10-19T02:47:41.858" v="28"/>
        <pc:sldMkLst>
          <pc:docMk/>
          <pc:sldMk cId="3328393189" sldId="1398"/>
        </pc:sldMkLst>
        <pc:spChg chg="mod">
          <ac:chgData name="Yueming Li (Biomedical Sciences)" userId="S::y.li.43@bham.ac.uk::12f3b62c-acd5-4357-a314-0b860ca8b8d2" providerId="AD" clId="Web-{E86CA64F-7F1D-DB51-3BE6-D46E20C08D23}" dt="2026-10-19T02:39:43.653" v="18" actId="20577"/>
          <ac:spMkLst>
            <pc:docMk/>
            <pc:sldMk cId="3328393189" sldId="1398"/>
            <ac:spMk id="2" creationId="{DA29B48A-1508-4038-6F28-54D6333A7B41}"/>
          </ac:spMkLst>
        </pc:spChg>
        <pc:spChg chg="add mod">
          <ac:chgData name="Yueming Li (Biomedical Sciences)" userId="S::y.li.43@bham.ac.uk::12f3b62c-acd5-4357-a314-0b860ca8b8d2" providerId="AD" clId="Web-{E86CA64F-7F1D-DB51-3BE6-D46E20C08D23}" dt="2026-10-19T02:44:57.461" v="23"/>
          <ac:spMkLst>
            <pc:docMk/>
            <pc:sldMk cId="3328393189" sldId="1398"/>
            <ac:spMk id="4" creationId="{AEEA9C72-8E4D-CC78-75DD-0C9A9E9484FE}"/>
          </ac:spMkLst>
        </pc:spChg>
        <pc:spChg chg="add mod">
          <ac:chgData name="Yueming Li (Biomedical Sciences)" userId="S::y.li.43@bham.ac.uk::12f3b62c-acd5-4357-a314-0b860ca8b8d2" providerId="AD" clId="Web-{E86CA64F-7F1D-DB51-3BE6-D46E20C08D23}" dt="2026-10-19T02:45:12.306" v="26" actId="1076"/>
          <ac:spMkLst>
            <pc:docMk/>
            <pc:sldMk cId="3328393189" sldId="1398"/>
            <ac:spMk id="6" creationId="{34119EAD-D17F-598B-C696-78757245B48D}"/>
          </ac:spMkLst>
        </pc:spChg>
      </pc:sldChg>
      <pc:sldChg chg="addSp modSp modNotes">
        <pc:chgData name="Yueming Li (Biomedical Sciences)" userId="S::y.li.43@bham.ac.uk::12f3b62c-acd5-4357-a314-0b860ca8b8d2" providerId="AD" clId="Web-{E86CA64F-7F1D-DB51-3BE6-D46E20C08D23}" dt="2026-10-19T02:49:21.174" v="34"/>
        <pc:sldMkLst>
          <pc:docMk/>
          <pc:sldMk cId="3928176153" sldId="1399"/>
        </pc:sldMkLst>
        <pc:spChg chg="mod">
          <ac:chgData name="Yueming Li (Biomedical Sciences)" userId="S::y.li.43@bham.ac.uk::12f3b62c-acd5-4357-a314-0b860ca8b8d2" providerId="AD" clId="Web-{E86CA64F-7F1D-DB51-3BE6-D46E20C08D23}" dt="2026-10-19T02:47:46.280" v="30" actId="20577"/>
          <ac:spMkLst>
            <pc:docMk/>
            <pc:sldMk cId="3928176153" sldId="1399"/>
            <ac:spMk id="2" creationId="{EED70314-5227-8F19-8FB6-BE3ED082F376}"/>
          </ac:spMkLst>
        </pc:spChg>
        <pc:spChg chg="add mod">
          <ac:chgData name="Yueming Li (Biomedical Sciences)" userId="S::y.li.43@bham.ac.uk::12f3b62c-acd5-4357-a314-0b860ca8b8d2" providerId="AD" clId="Web-{E86CA64F-7F1D-DB51-3BE6-D46E20C08D23}" dt="2026-10-19T02:49:04.205" v="33" actId="1076"/>
          <ac:spMkLst>
            <pc:docMk/>
            <pc:sldMk cId="3928176153" sldId="1399"/>
            <ac:spMk id="4" creationId="{AA7B4BEB-4EAE-8974-56F5-4EDC6D336EE6}"/>
          </ac:spMkLst>
        </pc:spChg>
      </pc:sldChg>
      <pc:sldChg chg="addSp modSp modNotes">
        <pc:chgData name="Yueming Li (Biomedical Sciences)" userId="S::y.li.43@bham.ac.uk::12f3b62c-acd5-4357-a314-0b860ca8b8d2" providerId="AD" clId="Web-{E86CA64F-7F1D-DB51-3BE6-D46E20C08D23}" dt="2026-10-19T02:53:01.354" v="38"/>
        <pc:sldMkLst>
          <pc:docMk/>
          <pc:sldMk cId="2967493758" sldId="1400"/>
        </pc:sldMkLst>
        <pc:spChg chg="mod">
          <ac:chgData name="Yueming Li (Biomedical Sciences)" userId="S::y.li.43@bham.ac.uk::12f3b62c-acd5-4357-a314-0b860ca8b8d2" providerId="AD" clId="Web-{E86CA64F-7F1D-DB51-3BE6-D46E20C08D23}" dt="2026-10-19T02:49:40.019" v="35" actId="20577"/>
          <ac:spMkLst>
            <pc:docMk/>
            <pc:sldMk cId="2967493758" sldId="1400"/>
            <ac:spMk id="2" creationId="{DA7FBCD9-F136-BCFB-25BE-8499EFE77B3F}"/>
          </ac:spMkLst>
        </pc:spChg>
        <pc:spChg chg="add mod">
          <ac:chgData name="Yueming Li (Biomedical Sciences)" userId="S::y.li.43@bham.ac.uk::12f3b62c-acd5-4357-a314-0b860ca8b8d2" providerId="AD" clId="Web-{E86CA64F-7F1D-DB51-3BE6-D46E20C08D23}" dt="2026-10-19T02:50:08.160" v="37"/>
          <ac:spMkLst>
            <pc:docMk/>
            <pc:sldMk cId="2967493758" sldId="1400"/>
            <ac:spMk id="4" creationId="{DDCBF418-9D5C-BE81-CDD7-EE08CF1AE3AE}"/>
          </ac:spMkLst>
        </pc:spChg>
      </pc:sldChg>
      <pc:sldChg chg="addSp modSp">
        <pc:chgData name="Yueming Li (Biomedical Sciences)" userId="S::y.li.43@bham.ac.uk::12f3b62c-acd5-4357-a314-0b860ca8b8d2" providerId="AD" clId="Web-{E86CA64F-7F1D-DB51-3BE6-D46E20C08D23}" dt="2026-10-19T02:53:25.480" v="41"/>
        <pc:sldMkLst>
          <pc:docMk/>
          <pc:sldMk cId="2890239090" sldId="1401"/>
        </pc:sldMkLst>
        <pc:spChg chg="mod">
          <ac:chgData name="Yueming Li (Biomedical Sciences)" userId="S::y.li.43@bham.ac.uk::12f3b62c-acd5-4357-a314-0b860ca8b8d2" providerId="AD" clId="Web-{E86CA64F-7F1D-DB51-3BE6-D46E20C08D23}" dt="2026-10-19T02:53:15.214" v="39" actId="20577"/>
          <ac:spMkLst>
            <pc:docMk/>
            <pc:sldMk cId="2890239090" sldId="1401"/>
            <ac:spMk id="2" creationId="{C2EFBDFD-165F-896E-A9A8-16F8DEB6B07F}"/>
          </ac:spMkLst>
        </pc:spChg>
      </pc:sldChg>
    </pc:docChg>
  </pc:docChgLst>
  <pc:docChgLst>
    <pc:chgData name="Yueming Li (Biomedical Sciences)" userId="S::y.li.43@bham.ac.uk::12f3b62c-acd5-4357-a314-0b860ca8b8d2" providerId="AD" clId="Web-{115A1C6E-CBF7-4ED7-97BD-CBD72899CEAD}"/>
    <pc:docChg chg="addSld delSld modSld sldOrd">
      <pc:chgData name="Yueming Li (Biomedical Sciences)" userId="S::y.li.43@bham.ac.uk::12f3b62c-acd5-4357-a314-0b860ca8b8d2" providerId="AD" clId="Web-{115A1C6E-CBF7-4ED7-97BD-CBD72899CEAD}" dt="2026-10-20T08:52:08.708" v="97"/>
      <pc:docMkLst>
        <pc:docMk/>
      </pc:docMkLst>
      <pc:sldChg chg="modSp ord">
        <pc:chgData name="Yueming Li (Biomedical Sciences)" userId="S::y.li.43@bham.ac.uk::12f3b62c-acd5-4357-a314-0b860ca8b8d2" providerId="AD" clId="Web-{115A1C6E-CBF7-4ED7-97BD-CBD72899CEAD}" dt="2026-10-20T08:52:01.567" v="92" actId="20577"/>
        <pc:sldMkLst>
          <pc:docMk/>
          <pc:sldMk cId="1078632003" sldId="1396"/>
        </pc:sldMkLst>
        <pc:spChg chg="mod">
          <ac:chgData name="Yueming Li (Biomedical Sciences)" userId="S::y.li.43@bham.ac.uk::12f3b62c-acd5-4357-a314-0b860ca8b8d2" providerId="AD" clId="Web-{115A1C6E-CBF7-4ED7-97BD-CBD72899CEAD}" dt="2026-10-20T08:52:01.567" v="92" actId="20577"/>
          <ac:spMkLst>
            <pc:docMk/>
            <pc:sldMk cId="1078632003" sldId="1396"/>
            <ac:spMk id="5" creationId="{FDD451EC-CE4B-5B38-007D-CB1410B4F0F4}"/>
          </ac:spMkLst>
        </pc:spChg>
      </pc:sldChg>
      <pc:sldChg chg="del">
        <pc:chgData name="Yueming Li (Biomedical Sciences)" userId="S::y.li.43@bham.ac.uk::12f3b62c-acd5-4357-a314-0b860ca8b8d2" providerId="AD" clId="Web-{115A1C6E-CBF7-4ED7-97BD-CBD72899CEAD}" dt="2026-10-20T08:51:39.739" v="88"/>
        <pc:sldMkLst>
          <pc:docMk/>
          <pc:sldMk cId="2095152888" sldId="1397"/>
        </pc:sldMkLst>
      </pc:sldChg>
      <pc:sldChg chg="modNotes">
        <pc:chgData name="Yueming Li (Biomedical Sciences)" userId="S::y.li.43@bham.ac.uk::12f3b62c-acd5-4357-a314-0b860ca8b8d2" providerId="AD" clId="Web-{115A1C6E-CBF7-4ED7-97BD-CBD72899CEAD}" dt="2026-10-19T08:39:47.207" v="1"/>
        <pc:sldMkLst>
          <pc:docMk/>
          <pc:sldMk cId="3124221593" sldId="1408"/>
        </pc:sldMkLst>
      </pc:sldChg>
      <pc:sldChg chg="addSp modSp modNotes">
        <pc:chgData name="Yueming Li (Biomedical Sciences)" userId="S::y.li.43@bham.ac.uk::12f3b62c-acd5-4357-a314-0b860ca8b8d2" providerId="AD" clId="Web-{115A1C6E-CBF7-4ED7-97BD-CBD72899CEAD}" dt="2026-10-19T08:43:25.013" v="5"/>
        <pc:sldMkLst>
          <pc:docMk/>
          <pc:sldMk cId="846707532" sldId="1409"/>
        </pc:sldMkLst>
        <pc:spChg chg="mod">
          <ac:chgData name="Yueming Li (Biomedical Sciences)" userId="S::y.li.43@bham.ac.uk::12f3b62c-acd5-4357-a314-0b860ca8b8d2" providerId="AD" clId="Web-{115A1C6E-CBF7-4ED7-97BD-CBD72899CEAD}" dt="2026-10-19T08:39:47.769" v="2" actId="20577"/>
          <ac:spMkLst>
            <pc:docMk/>
            <pc:sldMk cId="846707532" sldId="1409"/>
            <ac:spMk id="2" creationId="{7CD18091-15D0-6001-9D42-F76E84D5E242}"/>
          </ac:spMkLst>
        </pc:spChg>
        <pc:spChg chg="add mod">
          <ac:chgData name="Yueming Li (Biomedical Sciences)" userId="S::y.li.43@bham.ac.uk::12f3b62c-acd5-4357-a314-0b860ca8b8d2" providerId="AD" clId="Web-{115A1C6E-CBF7-4ED7-97BD-CBD72899CEAD}" dt="2026-10-19T08:41:08.084" v="4"/>
          <ac:spMkLst>
            <pc:docMk/>
            <pc:sldMk cId="846707532" sldId="1409"/>
            <ac:spMk id="4" creationId="{53EFB73C-36EE-0A9B-C0CB-53BF60C0E5D4}"/>
          </ac:spMkLst>
        </pc:spChg>
      </pc:sldChg>
      <pc:sldChg chg="addSp modSp modNotes">
        <pc:chgData name="Yueming Li (Biomedical Sciences)" userId="S::y.li.43@bham.ac.uk::12f3b62c-acd5-4357-a314-0b860ca8b8d2" providerId="AD" clId="Web-{115A1C6E-CBF7-4ED7-97BD-CBD72899CEAD}" dt="2026-10-19T08:46:39.317" v="10"/>
        <pc:sldMkLst>
          <pc:docMk/>
          <pc:sldMk cId="2474064723" sldId="1410"/>
        </pc:sldMkLst>
        <pc:spChg chg="mod">
          <ac:chgData name="Yueming Li (Biomedical Sciences)" userId="S::y.li.43@bham.ac.uk::12f3b62c-acd5-4357-a314-0b860ca8b8d2" providerId="AD" clId="Web-{115A1C6E-CBF7-4ED7-97BD-CBD72899CEAD}" dt="2026-10-19T08:43:43.310" v="6" actId="20577"/>
          <ac:spMkLst>
            <pc:docMk/>
            <pc:sldMk cId="2474064723" sldId="1410"/>
            <ac:spMk id="2" creationId="{843EC9B5-4001-C806-4CAF-B6949F8F2604}"/>
          </ac:spMkLst>
        </pc:spChg>
        <pc:spChg chg="add mod">
          <ac:chgData name="Yueming Li (Biomedical Sciences)" userId="S::y.li.43@bham.ac.uk::12f3b62c-acd5-4357-a314-0b860ca8b8d2" providerId="AD" clId="Web-{115A1C6E-CBF7-4ED7-97BD-CBD72899CEAD}" dt="2026-10-19T08:45:39.096" v="8"/>
          <ac:spMkLst>
            <pc:docMk/>
            <pc:sldMk cId="2474064723" sldId="1410"/>
            <ac:spMk id="4" creationId="{96E504C5-FA82-14D8-A812-881E5582E39F}"/>
          </ac:spMkLst>
        </pc:spChg>
      </pc:sldChg>
      <pc:sldChg chg="addSp modSp modNotes">
        <pc:chgData name="Yueming Li (Biomedical Sciences)" userId="S::y.li.43@bham.ac.uk::12f3b62c-acd5-4357-a314-0b860ca8b8d2" providerId="AD" clId="Web-{115A1C6E-CBF7-4ED7-97BD-CBD72899CEAD}" dt="2026-10-19T08:48:28.181" v="16"/>
        <pc:sldMkLst>
          <pc:docMk/>
          <pc:sldMk cId="4068266870" sldId="1411"/>
        </pc:sldMkLst>
        <pc:spChg chg="mod">
          <ac:chgData name="Yueming Li (Biomedical Sciences)" userId="S::y.li.43@bham.ac.uk::12f3b62c-acd5-4357-a314-0b860ca8b8d2" providerId="AD" clId="Web-{115A1C6E-CBF7-4ED7-97BD-CBD72899CEAD}" dt="2026-10-19T08:46:42.974" v="11" actId="20577"/>
          <ac:spMkLst>
            <pc:docMk/>
            <pc:sldMk cId="4068266870" sldId="1411"/>
            <ac:spMk id="2" creationId="{9A64DC00-9093-E23E-C1A6-6A91D185F1E2}"/>
          </ac:spMkLst>
        </pc:spChg>
        <pc:spChg chg="add mod">
          <ac:chgData name="Yueming Li (Biomedical Sciences)" userId="S::y.li.43@bham.ac.uk::12f3b62c-acd5-4357-a314-0b860ca8b8d2" providerId="AD" clId="Web-{115A1C6E-CBF7-4ED7-97BD-CBD72899CEAD}" dt="2026-10-19T08:47:00.428" v="14" actId="1076"/>
          <ac:spMkLst>
            <pc:docMk/>
            <pc:sldMk cId="4068266870" sldId="1411"/>
            <ac:spMk id="4" creationId="{E0AF7A6A-B460-1D00-C2C6-7C7E62ED74FA}"/>
          </ac:spMkLst>
        </pc:spChg>
      </pc:sldChg>
      <pc:sldChg chg="addSp modSp modNotes">
        <pc:chgData name="Yueming Li (Biomedical Sciences)" userId="S::y.li.43@bham.ac.uk::12f3b62c-acd5-4357-a314-0b860ca8b8d2" providerId="AD" clId="Web-{115A1C6E-CBF7-4ED7-97BD-CBD72899CEAD}" dt="2026-10-19T08:54:00.564" v="21"/>
        <pc:sldMkLst>
          <pc:docMk/>
          <pc:sldMk cId="2282194830" sldId="1412"/>
        </pc:sldMkLst>
        <pc:spChg chg="mod">
          <ac:chgData name="Yueming Li (Biomedical Sciences)" userId="S::y.li.43@bham.ac.uk::12f3b62c-acd5-4357-a314-0b860ca8b8d2" providerId="AD" clId="Web-{115A1C6E-CBF7-4ED7-97BD-CBD72899CEAD}" dt="2026-10-19T08:48:30.509" v="17" actId="20577"/>
          <ac:spMkLst>
            <pc:docMk/>
            <pc:sldMk cId="2282194830" sldId="1412"/>
            <ac:spMk id="2" creationId="{E4F45134-FF71-3F83-4497-F137B75D4CC8}"/>
          </ac:spMkLst>
        </pc:spChg>
        <pc:spChg chg="add mod">
          <ac:chgData name="Yueming Li (Biomedical Sciences)" userId="S::y.li.43@bham.ac.uk::12f3b62c-acd5-4357-a314-0b860ca8b8d2" providerId="AD" clId="Web-{115A1C6E-CBF7-4ED7-97BD-CBD72899CEAD}" dt="2026-10-19T08:48:39.493" v="19"/>
          <ac:spMkLst>
            <pc:docMk/>
            <pc:sldMk cId="2282194830" sldId="1412"/>
            <ac:spMk id="4" creationId="{194C25AE-F3E8-E48B-D051-59068E27BBF0}"/>
          </ac:spMkLst>
        </pc:spChg>
      </pc:sldChg>
      <pc:sldChg chg="addSp modSp modNotes">
        <pc:chgData name="Yueming Li (Biomedical Sciences)" userId="S::y.li.43@bham.ac.uk::12f3b62c-acd5-4357-a314-0b860ca8b8d2" providerId="AD" clId="Web-{115A1C6E-CBF7-4ED7-97BD-CBD72899CEAD}" dt="2026-10-19T09:22:45.640" v="30"/>
        <pc:sldMkLst>
          <pc:docMk/>
          <pc:sldMk cId="2495312674" sldId="1413"/>
        </pc:sldMkLst>
        <pc:spChg chg="mod">
          <ac:chgData name="Yueming Li (Biomedical Sciences)" userId="S::y.li.43@bham.ac.uk::12f3b62c-acd5-4357-a314-0b860ca8b8d2" providerId="AD" clId="Web-{115A1C6E-CBF7-4ED7-97BD-CBD72899CEAD}" dt="2026-10-19T09:20:37.271" v="22" actId="20577"/>
          <ac:spMkLst>
            <pc:docMk/>
            <pc:sldMk cId="2495312674" sldId="1413"/>
            <ac:spMk id="2" creationId="{4996CE69-4ABA-4CF2-2B44-7B1A01200F4B}"/>
          </ac:spMkLst>
        </pc:spChg>
        <pc:spChg chg="add mod">
          <ac:chgData name="Yueming Li (Biomedical Sciences)" userId="S::y.li.43@bham.ac.uk::12f3b62c-acd5-4357-a314-0b860ca8b8d2" providerId="AD" clId="Web-{115A1C6E-CBF7-4ED7-97BD-CBD72899CEAD}" dt="2026-10-19T09:21:04.773" v="25" actId="1076"/>
          <ac:spMkLst>
            <pc:docMk/>
            <pc:sldMk cId="2495312674" sldId="1413"/>
            <ac:spMk id="4" creationId="{68847FE4-844A-C3EC-27F9-DCBAF53D296C}"/>
          </ac:spMkLst>
        </pc:spChg>
        <pc:spChg chg="add mod">
          <ac:chgData name="Yueming Li (Biomedical Sciences)" userId="S::y.li.43@bham.ac.uk::12f3b62c-acd5-4357-a314-0b860ca8b8d2" providerId="AD" clId="Web-{115A1C6E-CBF7-4ED7-97BD-CBD72899CEAD}" dt="2026-10-19T09:21:19.462" v="29" actId="1076"/>
          <ac:spMkLst>
            <pc:docMk/>
            <pc:sldMk cId="2495312674" sldId="1413"/>
            <ac:spMk id="6" creationId="{962782BA-951D-C313-A694-0FF7A93F362F}"/>
          </ac:spMkLst>
        </pc:spChg>
        <pc:picChg chg="add mod">
          <ac:chgData name="Yueming Li (Biomedical Sciences)" userId="S::y.li.43@bham.ac.uk::12f3b62c-acd5-4357-a314-0b860ca8b8d2" providerId="AD" clId="Web-{115A1C6E-CBF7-4ED7-97BD-CBD72899CEAD}" dt="2026-10-19T09:21:09.117" v="26"/>
          <ac:picMkLst>
            <pc:docMk/>
            <pc:sldMk cId="2495312674" sldId="1413"/>
            <ac:picMk id="5" creationId="{811591F4-6E31-A181-09A4-9B1220AF3347}"/>
          </ac:picMkLst>
        </pc:picChg>
      </pc:sldChg>
      <pc:sldChg chg="addSp modSp modNotes">
        <pc:chgData name="Yueming Li (Biomedical Sciences)" userId="S::y.li.43@bham.ac.uk::12f3b62c-acd5-4357-a314-0b860ca8b8d2" providerId="AD" clId="Web-{115A1C6E-CBF7-4ED7-97BD-CBD72899CEAD}" dt="2026-10-19T09:24:47.868" v="34"/>
        <pc:sldMkLst>
          <pc:docMk/>
          <pc:sldMk cId="1249546665" sldId="1414"/>
        </pc:sldMkLst>
        <pc:spChg chg="mod">
          <ac:chgData name="Yueming Li (Biomedical Sciences)" userId="S::y.li.43@bham.ac.uk::12f3b62c-acd5-4357-a314-0b860ca8b8d2" providerId="AD" clId="Web-{115A1C6E-CBF7-4ED7-97BD-CBD72899CEAD}" dt="2026-10-19T09:22:57.657" v="31" actId="20577"/>
          <ac:spMkLst>
            <pc:docMk/>
            <pc:sldMk cId="1249546665" sldId="1414"/>
            <ac:spMk id="2" creationId="{41CF7745-3640-934D-F18B-F2C1963A302D}"/>
          </ac:spMkLst>
        </pc:spChg>
        <pc:spChg chg="add mod">
          <ac:chgData name="Yueming Li (Biomedical Sciences)" userId="S::y.li.43@bham.ac.uk::12f3b62c-acd5-4357-a314-0b860ca8b8d2" providerId="AD" clId="Web-{115A1C6E-CBF7-4ED7-97BD-CBD72899CEAD}" dt="2026-10-19T09:23:07.876" v="33"/>
          <ac:spMkLst>
            <pc:docMk/>
            <pc:sldMk cId="1249546665" sldId="1414"/>
            <ac:spMk id="4" creationId="{BA94A941-E69F-CAAA-360A-25F51085E49E}"/>
          </ac:spMkLst>
        </pc:spChg>
      </pc:sldChg>
      <pc:sldChg chg="addSp modSp modNotes">
        <pc:chgData name="Yueming Li (Biomedical Sciences)" userId="S::y.li.43@bham.ac.uk::12f3b62c-acd5-4357-a314-0b860ca8b8d2" providerId="AD" clId="Web-{115A1C6E-CBF7-4ED7-97BD-CBD72899CEAD}" dt="2026-10-19T09:26:59.925" v="40"/>
        <pc:sldMkLst>
          <pc:docMk/>
          <pc:sldMk cId="2431144400" sldId="1415"/>
        </pc:sldMkLst>
        <pc:spChg chg="mod">
          <ac:chgData name="Yueming Li (Biomedical Sciences)" userId="S::y.li.43@bham.ac.uk::12f3b62c-acd5-4357-a314-0b860ca8b8d2" providerId="AD" clId="Web-{115A1C6E-CBF7-4ED7-97BD-CBD72899CEAD}" dt="2026-10-19T09:25:01.103" v="35" actId="20577"/>
          <ac:spMkLst>
            <pc:docMk/>
            <pc:sldMk cId="2431144400" sldId="1415"/>
            <ac:spMk id="2" creationId="{8F3C140B-C7C0-8FDB-B85A-8AB7AF16DD52}"/>
          </ac:spMkLst>
        </pc:spChg>
        <pc:spChg chg="add mod">
          <ac:chgData name="Yueming Li (Biomedical Sciences)" userId="S::y.li.43@bham.ac.uk::12f3b62c-acd5-4357-a314-0b860ca8b8d2" providerId="AD" clId="Web-{115A1C6E-CBF7-4ED7-97BD-CBD72899CEAD}" dt="2026-10-19T09:25:22.277" v="38" actId="1076"/>
          <ac:spMkLst>
            <pc:docMk/>
            <pc:sldMk cId="2431144400" sldId="1415"/>
            <ac:spMk id="4" creationId="{64B21EF9-0DCD-33C8-9B25-A541D521D6BE}"/>
          </ac:spMkLst>
        </pc:spChg>
      </pc:sldChg>
      <pc:sldChg chg="addSp modSp modNotes">
        <pc:chgData name="Yueming Li (Biomedical Sciences)" userId="S::y.li.43@bham.ac.uk::12f3b62c-acd5-4357-a314-0b860ca8b8d2" providerId="AD" clId="Web-{115A1C6E-CBF7-4ED7-97BD-CBD72899CEAD}" dt="2026-10-19T09:28:23.431" v="47"/>
        <pc:sldMkLst>
          <pc:docMk/>
          <pc:sldMk cId="2564930269" sldId="1416"/>
        </pc:sldMkLst>
        <pc:spChg chg="mod">
          <ac:chgData name="Yueming Li (Biomedical Sciences)" userId="S::y.li.43@bham.ac.uk::12f3b62c-acd5-4357-a314-0b860ca8b8d2" providerId="AD" clId="Web-{115A1C6E-CBF7-4ED7-97BD-CBD72899CEAD}" dt="2026-10-19T09:27:02.456" v="41" actId="20577"/>
          <ac:spMkLst>
            <pc:docMk/>
            <pc:sldMk cId="2564930269" sldId="1416"/>
            <ac:spMk id="2" creationId="{1356D84C-62B7-C935-F841-1916B278A542}"/>
          </ac:spMkLst>
        </pc:spChg>
        <pc:spChg chg="add mod">
          <ac:chgData name="Yueming Li (Biomedical Sciences)" userId="S::y.li.43@bham.ac.uk::12f3b62c-acd5-4357-a314-0b860ca8b8d2" providerId="AD" clId="Web-{115A1C6E-CBF7-4ED7-97BD-CBD72899CEAD}" dt="2026-10-19T09:27:57.398" v="45" actId="1076"/>
          <ac:spMkLst>
            <pc:docMk/>
            <pc:sldMk cId="2564930269" sldId="1416"/>
            <ac:spMk id="5" creationId="{D597500D-41B6-D493-0D66-939F3F0EBE3A}"/>
          </ac:spMkLst>
        </pc:spChg>
        <pc:picChg chg="add mod">
          <ac:chgData name="Yueming Li (Biomedical Sciences)" userId="S::y.li.43@bham.ac.uk::12f3b62c-acd5-4357-a314-0b860ca8b8d2" providerId="AD" clId="Web-{115A1C6E-CBF7-4ED7-97BD-CBD72899CEAD}" dt="2026-10-19T09:27:41.350" v="42"/>
          <ac:picMkLst>
            <pc:docMk/>
            <pc:sldMk cId="2564930269" sldId="1416"/>
            <ac:picMk id="4" creationId="{9A8B736F-131A-906B-70D9-120D5A1E0FD8}"/>
          </ac:picMkLst>
        </pc:picChg>
      </pc:sldChg>
      <pc:sldChg chg="addSp modSp modNotes">
        <pc:chgData name="Yueming Li (Biomedical Sciences)" userId="S::y.li.43@bham.ac.uk::12f3b62c-acd5-4357-a314-0b860ca8b8d2" providerId="AD" clId="Web-{115A1C6E-CBF7-4ED7-97BD-CBD72899CEAD}" dt="2026-10-19T09:30:55.395" v="53"/>
        <pc:sldMkLst>
          <pc:docMk/>
          <pc:sldMk cId="3268531404" sldId="1417"/>
        </pc:sldMkLst>
        <pc:spChg chg="mod">
          <ac:chgData name="Yueming Li (Biomedical Sciences)" userId="S::y.li.43@bham.ac.uk::12f3b62c-acd5-4357-a314-0b860ca8b8d2" providerId="AD" clId="Web-{115A1C6E-CBF7-4ED7-97BD-CBD72899CEAD}" dt="2026-10-19T09:28:25.775" v="48" actId="20577"/>
          <ac:spMkLst>
            <pc:docMk/>
            <pc:sldMk cId="3268531404" sldId="1417"/>
            <ac:spMk id="2" creationId="{1844C690-2FEE-C7F0-F263-DBDAF226B584}"/>
          </ac:spMkLst>
        </pc:spChg>
        <pc:spChg chg="add mod">
          <ac:chgData name="Yueming Li (Biomedical Sciences)" userId="S::y.li.43@bham.ac.uk::12f3b62c-acd5-4357-a314-0b860ca8b8d2" providerId="AD" clId="Web-{115A1C6E-CBF7-4ED7-97BD-CBD72899CEAD}" dt="2026-10-19T09:28:38.572" v="51" actId="1076"/>
          <ac:spMkLst>
            <pc:docMk/>
            <pc:sldMk cId="3268531404" sldId="1417"/>
            <ac:spMk id="4" creationId="{ADC15DDF-B345-6F62-C9C2-96175F7C0593}"/>
          </ac:spMkLst>
        </pc:spChg>
      </pc:sldChg>
      <pc:sldChg chg="addSp modSp new modNotes">
        <pc:chgData name="Yueming Li (Biomedical Sciences)" userId="S::y.li.43@bham.ac.uk::12f3b62c-acd5-4357-a314-0b860ca8b8d2" providerId="AD" clId="Web-{115A1C6E-CBF7-4ED7-97BD-CBD72899CEAD}" dt="2026-10-20T08:42:16.356" v="69"/>
        <pc:sldMkLst>
          <pc:docMk/>
          <pc:sldMk cId="2046347219" sldId="1418"/>
        </pc:sldMkLst>
        <pc:spChg chg="mod">
          <ac:chgData name="Yueming Li (Biomedical Sciences)" userId="S::y.li.43@bham.ac.uk::12f3b62c-acd5-4357-a314-0b860ca8b8d2" providerId="AD" clId="Web-{115A1C6E-CBF7-4ED7-97BD-CBD72899CEAD}" dt="2026-10-20T08:37:55.290" v="60" actId="20577"/>
          <ac:spMkLst>
            <pc:docMk/>
            <pc:sldMk cId="2046347219" sldId="1418"/>
            <ac:spMk id="2" creationId="{E7032416-5C97-8EE9-71E0-D765D2DFA859}"/>
          </ac:spMkLst>
        </pc:spChg>
        <pc:spChg chg="add mod">
          <ac:chgData name="Yueming Li (Biomedical Sciences)" userId="S::y.li.43@bham.ac.uk::12f3b62c-acd5-4357-a314-0b860ca8b8d2" providerId="AD" clId="Web-{115A1C6E-CBF7-4ED7-97BD-CBD72899CEAD}" dt="2026-10-20T08:38:21.853" v="63" actId="1076"/>
          <ac:spMkLst>
            <pc:docMk/>
            <pc:sldMk cId="2046347219" sldId="1418"/>
            <ac:spMk id="4" creationId="{68B7A34E-3128-763F-71B1-1F3E511346CA}"/>
          </ac:spMkLst>
        </pc:spChg>
        <pc:spChg chg="add mod">
          <ac:chgData name="Yueming Li (Biomedical Sciences)" userId="S::y.li.43@bham.ac.uk::12f3b62c-acd5-4357-a314-0b860ca8b8d2" providerId="AD" clId="Web-{115A1C6E-CBF7-4ED7-97BD-CBD72899CEAD}" dt="2026-10-20T08:41:59.715" v="67" actId="1076"/>
          <ac:spMkLst>
            <pc:docMk/>
            <pc:sldMk cId="2046347219" sldId="1418"/>
            <ac:spMk id="6" creationId="{1F0FF6D8-C4B1-1BA7-7E41-BE777121B21E}"/>
          </ac:spMkLst>
        </pc:spChg>
        <pc:picChg chg="add mod">
          <ac:chgData name="Yueming Li (Biomedical Sciences)" userId="S::y.li.43@bham.ac.uk::12f3b62c-acd5-4357-a314-0b860ca8b8d2" providerId="AD" clId="Web-{115A1C6E-CBF7-4ED7-97BD-CBD72899CEAD}" dt="2026-10-20T08:38:24.400" v="64"/>
          <ac:picMkLst>
            <pc:docMk/>
            <pc:sldMk cId="2046347219" sldId="1418"/>
            <ac:picMk id="5" creationId="{D8C291CF-3FF3-2CC1-FF9F-A1B450398945}"/>
          </ac:picMkLst>
        </pc:picChg>
      </pc:sldChg>
      <pc:sldChg chg="addSp modSp new modNotes">
        <pc:chgData name="Yueming Li (Biomedical Sciences)" userId="S::y.li.43@bham.ac.uk::12f3b62c-acd5-4357-a314-0b860ca8b8d2" providerId="AD" clId="Web-{115A1C6E-CBF7-4ED7-97BD-CBD72899CEAD}" dt="2026-10-20T08:46:51.656" v="74"/>
        <pc:sldMkLst>
          <pc:docMk/>
          <pc:sldMk cId="1484992182" sldId="1419"/>
        </pc:sldMkLst>
        <pc:spChg chg="mod">
          <ac:chgData name="Yueming Li (Biomedical Sciences)" userId="S::y.li.43@bham.ac.uk::12f3b62c-acd5-4357-a314-0b860ca8b8d2" providerId="AD" clId="Web-{115A1C6E-CBF7-4ED7-97BD-CBD72899CEAD}" dt="2026-10-20T08:42:34.278" v="70" actId="20577"/>
          <ac:spMkLst>
            <pc:docMk/>
            <pc:sldMk cId="1484992182" sldId="1419"/>
            <ac:spMk id="2" creationId="{521D2CFE-A228-37CA-AA1E-D5C3951F9B39}"/>
          </ac:spMkLst>
        </pc:spChg>
        <pc:spChg chg="add mod">
          <ac:chgData name="Yueming Li (Biomedical Sciences)" userId="S::y.li.43@bham.ac.uk::12f3b62c-acd5-4357-a314-0b860ca8b8d2" providerId="AD" clId="Web-{115A1C6E-CBF7-4ED7-97BD-CBD72899CEAD}" dt="2026-10-20T08:45:39.827" v="73" actId="1076"/>
          <ac:spMkLst>
            <pc:docMk/>
            <pc:sldMk cId="1484992182" sldId="1419"/>
            <ac:spMk id="4" creationId="{B34556B6-6923-C5A3-0E3B-56D214CDCFD1}"/>
          </ac:spMkLst>
        </pc:spChg>
      </pc:sldChg>
      <pc:sldChg chg="addSp modSp new modNotes">
        <pc:chgData name="Yueming Li (Biomedical Sciences)" userId="S::y.li.43@bham.ac.uk::12f3b62c-acd5-4357-a314-0b860ca8b8d2" providerId="AD" clId="Web-{115A1C6E-CBF7-4ED7-97BD-CBD72899CEAD}" dt="2026-10-20T08:47:51.438" v="79"/>
        <pc:sldMkLst>
          <pc:docMk/>
          <pc:sldMk cId="3112511912" sldId="1420"/>
        </pc:sldMkLst>
        <pc:spChg chg="mod">
          <ac:chgData name="Yueming Li (Biomedical Sciences)" userId="S::y.li.43@bham.ac.uk::12f3b62c-acd5-4357-a314-0b860ca8b8d2" providerId="AD" clId="Web-{115A1C6E-CBF7-4ED7-97BD-CBD72899CEAD}" dt="2026-10-20T08:47:11.954" v="76" actId="20577"/>
          <ac:spMkLst>
            <pc:docMk/>
            <pc:sldMk cId="3112511912" sldId="1420"/>
            <ac:spMk id="2" creationId="{7E5A6BCE-2E6E-9ADC-828B-1944FE9956F9}"/>
          </ac:spMkLst>
        </pc:spChg>
        <pc:spChg chg="add mod">
          <ac:chgData name="Yueming Li (Biomedical Sciences)" userId="S::y.li.43@bham.ac.uk::12f3b62c-acd5-4357-a314-0b860ca8b8d2" providerId="AD" clId="Web-{115A1C6E-CBF7-4ED7-97BD-CBD72899CEAD}" dt="2026-10-20T08:47:15.610" v="78"/>
          <ac:spMkLst>
            <pc:docMk/>
            <pc:sldMk cId="3112511912" sldId="1420"/>
            <ac:spMk id="4" creationId="{C536B4F5-D06D-C81A-8A9F-C5F07651453B}"/>
          </ac:spMkLst>
        </pc:spChg>
      </pc:sldChg>
      <pc:sldChg chg="addSp modSp new modNotes">
        <pc:chgData name="Yueming Li (Biomedical Sciences)" userId="S::y.li.43@bham.ac.uk::12f3b62c-acd5-4357-a314-0b860ca8b8d2" providerId="AD" clId="Web-{115A1C6E-CBF7-4ED7-97BD-CBD72899CEAD}" dt="2026-10-20T08:49:13.971" v="84"/>
        <pc:sldMkLst>
          <pc:docMk/>
          <pc:sldMk cId="3713528563" sldId="1421"/>
        </pc:sldMkLst>
        <pc:spChg chg="mod">
          <ac:chgData name="Yueming Li (Biomedical Sciences)" userId="S::y.li.43@bham.ac.uk::12f3b62c-acd5-4357-a314-0b860ca8b8d2" providerId="AD" clId="Web-{115A1C6E-CBF7-4ED7-97BD-CBD72899CEAD}" dt="2026-10-20T08:48:06.189" v="80" actId="20577"/>
          <ac:spMkLst>
            <pc:docMk/>
            <pc:sldMk cId="3713528563" sldId="1421"/>
            <ac:spMk id="2" creationId="{A1257956-3669-FBE2-935F-AFA40407A218}"/>
          </ac:spMkLst>
        </pc:spChg>
        <pc:spChg chg="add mod">
          <ac:chgData name="Yueming Li (Biomedical Sciences)" userId="S::y.li.43@bham.ac.uk::12f3b62c-acd5-4357-a314-0b860ca8b8d2" providerId="AD" clId="Web-{115A1C6E-CBF7-4ED7-97BD-CBD72899CEAD}" dt="2026-10-20T08:48:32.236" v="83" actId="1076"/>
          <ac:spMkLst>
            <pc:docMk/>
            <pc:sldMk cId="3713528563" sldId="1421"/>
            <ac:spMk id="4" creationId="{AB0C4707-8791-0717-C019-05405CCFF617}"/>
          </ac:spMkLst>
        </pc:spChg>
      </pc:sldChg>
      <pc:sldChg chg="modSp new modNotes">
        <pc:chgData name="Yueming Li (Biomedical Sciences)" userId="S::y.li.43@bham.ac.uk::12f3b62c-acd5-4357-a314-0b860ca8b8d2" providerId="AD" clId="Web-{115A1C6E-CBF7-4ED7-97BD-CBD72899CEAD}" dt="2026-10-20T08:51:37.270" v="87"/>
        <pc:sldMkLst>
          <pc:docMk/>
          <pc:sldMk cId="1570441447" sldId="1422"/>
        </pc:sldMkLst>
        <pc:spChg chg="mod">
          <ac:chgData name="Yueming Li (Biomedical Sciences)" userId="S::y.li.43@bham.ac.uk::12f3b62c-acd5-4357-a314-0b860ca8b8d2" providerId="AD" clId="Web-{115A1C6E-CBF7-4ED7-97BD-CBD72899CEAD}" dt="2026-10-20T08:49:35.909" v="85" actId="20577"/>
          <ac:spMkLst>
            <pc:docMk/>
            <pc:sldMk cId="1570441447" sldId="1422"/>
            <ac:spMk id="2" creationId="{17ECF874-E440-88BD-3FCD-C97EE1A02926}"/>
          </ac:spMkLst>
        </pc:spChg>
      </pc:sldChg>
      <pc:sldChg chg="new">
        <pc:chgData name="Yueming Li (Biomedical Sciences)" userId="S::y.li.43@bham.ac.uk::12f3b62c-acd5-4357-a314-0b860ca8b8d2" providerId="AD" clId="Web-{115A1C6E-CBF7-4ED7-97BD-CBD72899CEAD}" dt="2026-10-20T08:52:04.458" v="93"/>
        <pc:sldMkLst>
          <pc:docMk/>
          <pc:sldMk cId="729583258" sldId="1424"/>
        </pc:sldMkLst>
      </pc:sldChg>
      <pc:sldChg chg="new">
        <pc:chgData name="Yueming Li (Biomedical Sciences)" userId="S::y.li.43@bham.ac.uk::12f3b62c-acd5-4357-a314-0b860ca8b8d2" providerId="AD" clId="Web-{115A1C6E-CBF7-4ED7-97BD-CBD72899CEAD}" dt="2026-10-20T08:52:05.833" v="94"/>
        <pc:sldMkLst>
          <pc:docMk/>
          <pc:sldMk cId="2191653101" sldId="1425"/>
        </pc:sldMkLst>
      </pc:sldChg>
      <pc:sldChg chg="new">
        <pc:chgData name="Yueming Li (Biomedical Sciences)" userId="S::y.li.43@bham.ac.uk::12f3b62c-acd5-4357-a314-0b860ca8b8d2" providerId="AD" clId="Web-{115A1C6E-CBF7-4ED7-97BD-CBD72899CEAD}" dt="2026-10-20T08:52:08.489" v="95"/>
        <pc:sldMkLst>
          <pc:docMk/>
          <pc:sldMk cId="4264241989" sldId="1426"/>
        </pc:sldMkLst>
      </pc:sldChg>
      <pc:sldChg chg="new">
        <pc:chgData name="Yueming Li (Biomedical Sciences)" userId="S::y.li.43@bham.ac.uk::12f3b62c-acd5-4357-a314-0b860ca8b8d2" providerId="AD" clId="Web-{115A1C6E-CBF7-4ED7-97BD-CBD72899CEAD}" dt="2026-10-20T08:52:08.599" v="96"/>
        <pc:sldMkLst>
          <pc:docMk/>
          <pc:sldMk cId="4178060681" sldId="1427"/>
        </pc:sldMkLst>
      </pc:sldChg>
      <pc:sldChg chg="new">
        <pc:chgData name="Yueming Li (Biomedical Sciences)" userId="S::y.li.43@bham.ac.uk::12f3b62c-acd5-4357-a314-0b860ca8b8d2" providerId="AD" clId="Web-{115A1C6E-CBF7-4ED7-97BD-CBD72899CEAD}" dt="2026-10-20T08:52:08.708" v="97"/>
        <pc:sldMkLst>
          <pc:docMk/>
          <pc:sldMk cId="1839550774" sldId="1428"/>
        </pc:sldMkLst>
      </pc:sldChg>
    </pc:docChg>
  </pc:docChgLst>
  <pc:docChgLst>
    <pc:chgData name="Yueming Li (Biomedical Sciences)" userId="12f3b62c-acd5-4357-a314-0b860ca8b8d2" providerId="ADAL" clId="{467CACB8-0454-479D-BFA5-7C2F9675B1E3}"/>
    <pc:docChg chg="undo custSel addSld delSld modSld sldOrd">
      <pc:chgData name="Yueming Li (Biomedical Sciences)" userId="12f3b62c-acd5-4357-a314-0b860ca8b8d2" providerId="ADAL" clId="{467CACB8-0454-479D-BFA5-7C2F9675B1E3}" dt="2026-10-21T09:28:35.889" v="2247" actId="20577"/>
      <pc:docMkLst>
        <pc:docMk/>
      </pc:docMkLst>
      <pc:sldChg chg="modSp mod">
        <pc:chgData name="Yueming Li (Biomedical Sciences)" userId="12f3b62c-acd5-4357-a314-0b860ca8b8d2" providerId="ADAL" clId="{467CACB8-0454-479D-BFA5-7C2F9675B1E3}" dt="2026-10-19T05:37:02.814" v="232" actId="1076"/>
        <pc:sldMkLst>
          <pc:docMk/>
          <pc:sldMk cId="4267262116" sldId="424"/>
        </pc:sldMkLst>
        <pc:spChg chg="mod">
          <ac:chgData name="Yueming Li (Biomedical Sciences)" userId="12f3b62c-acd5-4357-a314-0b860ca8b8d2" providerId="ADAL" clId="{467CACB8-0454-479D-BFA5-7C2F9675B1E3}" dt="2026-10-19T05:36:59.506" v="231" actId="1076"/>
          <ac:spMkLst>
            <pc:docMk/>
            <pc:sldMk cId="4267262116" sldId="424"/>
            <ac:spMk id="2" creationId="{C597A616-0A91-5A9A-E32F-15F441DB3784}"/>
          </ac:spMkLst>
        </pc:spChg>
        <pc:spChg chg="mod">
          <ac:chgData name="Yueming Li (Biomedical Sciences)" userId="12f3b62c-acd5-4357-a314-0b860ca8b8d2" providerId="ADAL" clId="{467CACB8-0454-479D-BFA5-7C2F9675B1E3}" dt="2026-10-19T05:37:02.814" v="232" actId="1076"/>
          <ac:spMkLst>
            <pc:docMk/>
            <pc:sldMk cId="4267262116" sldId="424"/>
            <ac:spMk id="3" creationId="{6314F977-DAAD-FF47-3FD5-579190CEB9B4}"/>
          </ac:spMkLst>
        </pc:spChg>
      </pc:sldChg>
      <pc:sldChg chg="del">
        <pc:chgData name="Yueming Li (Biomedical Sciences)" userId="12f3b62c-acd5-4357-a314-0b860ca8b8d2" providerId="ADAL" clId="{467CACB8-0454-479D-BFA5-7C2F9675B1E3}" dt="2026-10-21T08:43:09.690" v="2242" actId="47"/>
        <pc:sldMkLst>
          <pc:docMk/>
          <pc:sldMk cId="4089289192" sldId="1368"/>
        </pc:sldMkLst>
      </pc:sldChg>
      <pc:sldChg chg="modSp mod">
        <pc:chgData name="Yueming Li (Biomedical Sciences)" userId="12f3b62c-acd5-4357-a314-0b860ca8b8d2" providerId="ADAL" clId="{467CACB8-0454-479D-BFA5-7C2F9675B1E3}" dt="2026-10-21T02:21:06.311" v="1519" actId="14100"/>
        <pc:sldMkLst>
          <pc:docMk/>
          <pc:sldMk cId="1078632003" sldId="1396"/>
        </pc:sldMkLst>
        <pc:spChg chg="mod">
          <ac:chgData name="Yueming Li (Biomedical Sciences)" userId="12f3b62c-acd5-4357-a314-0b860ca8b8d2" providerId="ADAL" clId="{467CACB8-0454-479D-BFA5-7C2F9675B1E3}" dt="2026-10-21T02:21:06.311" v="1519" actId="14100"/>
          <ac:spMkLst>
            <pc:docMk/>
            <pc:sldMk cId="1078632003" sldId="1396"/>
            <ac:spMk id="5" creationId="{FDD451EC-CE4B-5B38-007D-CB1410B4F0F4}"/>
          </ac:spMkLst>
        </pc:spChg>
      </pc:sldChg>
      <pc:sldChg chg="addSp delSp modSp new mod modNotesTx">
        <pc:chgData name="Yueming Li (Biomedical Sciences)" userId="12f3b62c-acd5-4357-a314-0b860ca8b8d2" providerId="ADAL" clId="{467CACB8-0454-479D-BFA5-7C2F9675B1E3}" dt="2026-10-21T08:40:49.154" v="2215" actId="20577"/>
        <pc:sldMkLst>
          <pc:docMk/>
          <pc:sldMk cId="3328393189" sldId="1398"/>
        </pc:sldMkLst>
        <pc:spChg chg="mod">
          <ac:chgData name="Yueming Li (Biomedical Sciences)" userId="12f3b62c-acd5-4357-a314-0b860ca8b8d2" providerId="ADAL" clId="{467CACB8-0454-479D-BFA5-7C2F9675B1E3}" dt="2026-10-19T02:46:03.478" v="147" actId="948"/>
          <ac:spMkLst>
            <pc:docMk/>
            <pc:sldMk cId="3328393189" sldId="1398"/>
            <ac:spMk id="4" creationId="{AEEA9C72-8E4D-CC78-75DD-0C9A9E9484FE}"/>
          </ac:spMkLst>
        </pc:spChg>
        <pc:spChg chg="add mod">
          <ac:chgData name="Yueming Li (Biomedical Sciences)" userId="12f3b62c-acd5-4357-a314-0b860ca8b8d2" providerId="ADAL" clId="{467CACB8-0454-479D-BFA5-7C2F9675B1E3}" dt="2026-10-19T02:44:25.815" v="137" actId="1076"/>
          <ac:spMkLst>
            <pc:docMk/>
            <pc:sldMk cId="3328393189" sldId="1398"/>
            <ac:spMk id="5" creationId="{36B38A28-D010-4CB0-E156-D9235E12F0F2}"/>
          </ac:spMkLst>
        </pc:spChg>
        <pc:spChg chg="mod">
          <ac:chgData name="Yueming Li (Biomedical Sciences)" userId="12f3b62c-acd5-4357-a314-0b860ca8b8d2" providerId="ADAL" clId="{467CACB8-0454-479D-BFA5-7C2F9675B1E3}" dt="2026-10-19T02:46:27.038" v="153" actId="1076"/>
          <ac:spMkLst>
            <pc:docMk/>
            <pc:sldMk cId="3328393189" sldId="1398"/>
            <ac:spMk id="6" creationId="{34119EAD-D17F-598B-C696-78757245B48D}"/>
          </ac:spMkLst>
        </pc:spChg>
        <pc:picChg chg="add mod">
          <ac:chgData name="Yueming Li (Biomedical Sciences)" userId="12f3b62c-acd5-4357-a314-0b860ca8b8d2" providerId="ADAL" clId="{467CACB8-0454-479D-BFA5-7C2F9675B1E3}" dt="2026-10-19T02:48:21.513" v="159" actId="1076"/>
          <ac:picMkLst>
            <pc:docMk/>
            <pc:sldMk cId="3328393189" sldId="1398"/>
            <ac:picMk id="12" creationId="{235E7C88-A85D-16FB-CB46-AFDC1C495E24}"/>
          </ac:picMkLst>
        </pc:picChg>
      </pc:sldChg>
      <pc:sldChg chg="addSp delSp modSp new mod modNotesTx">
        <pc:chgData name="Yueming Li (Biomedical Sciences)" userId="12f3b62c-acd5-4357-a314-0b860ca8b8d2" providerId="ADAL" clId="{467CACB8-0454-479D-BFA5-7C2F9675B1E3}" dt="2026-10-21T08:40:51.245" v="2216" actId="20577"/>
        <pc:sldMkLst>
          <pc:docMk/>
          <pc:sldMk cId="3928176153" sldId="1399"/>
        </pc:sldMkLst>
        <pc:spChg chg="mod">
          <ac:chgData name="Yueming Li (Biomedical Sciences)" userId="12f3b62c-acd5-4357-a314-0b860ca8b8d2" providerId="ADAL" clId="{467CACB8-0454-479D-BFA5-7C2F9675B1E3}" dt="2026-10-21T02:49:46.903" v="1523" actId="14100"/>
          <ac:spMkLst>
            <pc:docMk/>
            <pc:sldMk cId="3928176153" sldId="1399"/>
            <ac:spMk id="4" creationId="{AA7B4BEB-4EAE-8974-56F5-4EDC6D336EE6}"/>
          </ac:spMkLst>
        </pc:spChg>
        <pc:spChg chg="add mod">
          <ac:chgData name="Yueming Li (Biomedical Sciences)" userId="12f3b62c-acd5-4357-a314-0b860ca8b8d2" providerId="ADAL" clId="{467CACB8-0454-479D-BFA5-7C2F9675B1E3}" dt="2026-10-21T02:49:43.232" v="1522" actId="1076"/>
          <ac:spMkLst>
            <pc:docMk/>
            <pc:sldMk cId="3928176153" sldId="1399"/>
            <ac:spMk id="9" creationId="{948AF67E-9538-C9EA-DC4B-8A1803ED561D}"/>
          </ac:spMkLst>
        </pc:spChg>
        <pc:picChg chg="add mod modCrop">
          <ac:chgData name="Yueming Li (Biomedical Sciences)" userId="12f3b62c-acd5-4357-a314-0b860ca8b8d2" providerId="ADAL" clId="{467CACB8-0454-479D-BFA5-7C2F9675B1E3}" dt="2026-10-19T05:38:27.676" v="249" actId="14100"/>
          <ac:picMkLst>
            <pc:docMk/>
            <pc:sldMk cId="3928176153" sldId="1399"/>
            <ac:picMk id="5" creationId="{AEB98B45-8E39-AF8A-4E74-A9976CAA46C2}"/>
          </ac:picMkLst>
        </pc:picChg>
        <pc:picChg chg="add mod">
          <ac:chgData name="Yueming Li (Biomedical Sciences)" userId="12f3b62c-acd5-4357-a314-0b860ca8b8d2" providerId="ADAL" clId="{467CACB8-0454-479D-BFA5-7C2F9675B1E3}" dt="2026-10-19T05:38:33.140" v="252" actId="1076"/>
          <ac:picMkLst>
            <pc:docMk/>
            <pc:sldMk cId="3928176153" sldId="1399"/>
            <ac:picMk id="7" creationId="{81478E24-ADB5-208A-0909-C0BB35EABDA1}"/>
          </ac:picMkLst>
        </pc:picChg>
      </pc:sldChg>
      <pc:sldChg chg="addSp delSp modSp new mod modNotesTx">
        <pc:chgData name="Yueming Li (Biomedical Sciences)" userId="12f3b62c-acd5-4357-a314-0b860ca8b8d2" providerId="ADAL" clId="{467CACB8-0454-479D-BFA5-7C2F9675B1E3}" dt="2026-10-21T08:40:53.056" v="2217" actId="20577"/>
        <pc:sldMkLst>
          <pc:docMk/>
          <pc:sldMk cId="2967493758" sldId="1400"/>
        </pc:sldMkLst>
        <pc:spChg chg="mod">
          <ac:chgData name="Yueming Li (Biomedical Sciences)" userId="12f3b62c-acd5-4357-a314-0b860ca8b8d2" providerId="ADAL" clId="{467CACB8-0454-479D-BFA5-7C2F9675B1E3}" dt="2026-10-19T06:53:05.864" v="434" actId="13926"/>
          <ac:spMkLst>
            <pc:docMk/>
            <pc:sldMk cId="2967493758" sldId="1400"/>
            <ac:spMk id="4" creationId="{DDCBF418-9D5C-BE81-CDD7-EE08CF1AE3AE}"/>
          </ac:spMkLst>
        </pc:spChg>
        <pc:spChg chg="add mod">
          <ac:chgData name="Yueming Li (Biomedical Sciences)" userId="12f3b62c-acd5-4357-a314-0b860ca8b8d2" providerId="ADAL" clId="{467CACB8-0454-479D-BFA5-7C2F9675B1E3}" dt="2026-10-19T05:42:07.292" v="309" actId="20577"/>
          <ac:spMkLst>
            <pc:docMk/>
            <pc:sldMk cId="2967493758" sldId="1400"/>
            <ac:spMk id="15" creationId="{30417A0B-FC44-CD7E-3D09-3229E328B5A9}"/>
          </ac:spMkLst>
        </pc:spChg>
        <pc:grpChg chg="add mod">
          <ac:chgData name="Yueming Li (Biomedical Sciences)" userId="12f3b62c-acd5-4357-a314-0b860ca8b8d2" providerId="ADAL" clId="{467CACB8-0454-479D-BFA5-7C2F9675B1E3}" dt="2026-10-19T05:41:48.004" v="303" actId="1076"/>
          <ac:grpSpMkLst>
            <pc:docMk/>
            <pc:sldMk cId="2967493758" sldId="1400"/>
            <ac:grpSpMk id="11" creationId="{1DE027CD-1D66-E3F2-2721-DF9E1FEDDE9D}"/>
          </ac:grpSpMkLst>
        </pc:grpChg>
        <pc:picChg chg="add mod">
          <ac:chgData name="Yueming Li (Biomedical Sciences)" userId="12f3b62c-acd5-4357-a314-0b860ca8b8d2" providerId="ADAL" clId="{467CACB8-0454-479D-BFA5-7C2F9675B1E3}" dt="2026-10-19T02:51:51.357" v="163" actId="164"/>
          <ac:picMkLst>
            <pc:docMk/>
            <pc:sldMk cId="2967493758" sldId="1400"/>
            <ac:picMk id="6" creationId="{8CA65F7C-4ABB-9862-2B16-D7C8D98FBF81}"/>
          </ac:picMkLst>
        </pc:picChg>
        <pc:picChg chg="add mod">
          <ac:chgData name="Yueming Li (Biomedical Sciences)" userId="12f3b62c-acd5-4357-a314-0b860ca8b8d2" providerId="ADAL" clId="{467CACB8-0454-479D-BFA5-7C2F9675B1E3}" dt="2026-10-19T02:51:51.357" v="163" actId="164"/>
          <ac:picMkLst>
            <pc:docMk/>
            <pc:sldMk cId="2967493758" sldId="1400"/>
            <ac:picMk id="8" creationId="{6BEA56F9-951B-F4CD-4A37-6C28B05B8572}"/>
          </ac:picMkLst>
        </pc:picChg>
        <pc:picChg chg="add mod">
          <ac:chgData name="Yueming Li (Biomedical Sciences)" userId="12f3b62c-acd5-4357-a314-0b860ca8b8d2" providerId="ADAL" clId="{467CACB8-0454-479D-BFA5-7C2F9675B1E3}" dt="2026-10-19T02:51:51.357" v="163" actId="164"/>
          <ac:picMkLst>
            <pc:docMk/>
            <pc:sldMk cId="2967493758" sldId="1400"/>
            <ac:picMk id="10" creationId="{B90AE12D-B08A-A583-E5EC-05D57D3A66C0}"/>
          </ac:picMkLst>
        </pc:picChg>
        <pc:picChg chg="add mod">
          <ac:chgData name="Yueming Li (Biomedical Sciences)" userId="12f3b62c-acd5-4357-a314-0b860ca8b8d2" providerId="ADAL" clId="{467CACB8-0454-479D-BFA5-7C2F9675B1E3}" dt="2026-10-19T05:42:22.212" v="313" actId="1076"/>
          <ac:picMkLst>
            <pc:docMk/>
            <pc:sldMk cId="2967493758" sldId="1400"/>
            <ac:picMk id="13" creationId="{7B86D866-2093-CB9E-5574-67876A5EB169}"/>
          </ac:picMkLst>
        </pc:picChg>
      </pc:sldChg>
      <pc:sldChg chg="addSp delSp modSp new mod modNotesTx">
        <pc:chgData name="Yueming Li (Biomedical Sciences)" userId="12f3b62c-acd5-4357-a314-0b860ca8b8d2" providerId="ADAL" clId="{467CACB8-0454-479D-BFA5-7C2F9675B1E3}" dt="2026-10-21T08:40:59.724" v="2218" actId="20577"/>
        <pc:sldMkLst>
          <pc:docMk/>
          <pc:sldMk cId="2890239090" sldId="1401"/>
        </pc:sldMkLst>
        <pc:spChg chg="mod">
          <ac:chgData name="Yueming Li (Biomedical Sciences)" userId="12f3b62c-acd5-4357-a314-0b860ca8b8d2" providerId="ADAL" clId="{467CACB8-0454-479D-BFA5-7C2F9675B1E3}" dt="2026-10-19T07:01:40.219" v="509" actId="20577"/>
          <ac:spMkLst>
            <pc:docMk/>
            <pc:sldMk cId="2890239090" sldId="1401"/>
            <ac:spMk id="2" creationId="{C2EFBDFD-165F-896E-A9A8-16F8DEB6B07F}"/>
          </ac:spMkLst>
        </pc:spChg>
        <pc:spChg chg="mod">
          <ac:chgData name="Yueming Li (Biomedical Sciences)" userId="12f3b62c-acd5-4357-a314-0b860ca8b8d2" providerId="ADAL" clId="{467CACB8-0454-479D-BFA5-7C2F9675B1E3}" dt="2026-10-21T03:02:48.858" v="1553" actId="1076"/>
          <ac:spMkLst>
            <pc:docMk/>
            <pc:sldMk cId="2890239090" sldId="1401"/>
            <ac:spMk id="3" creationId="{F0CFCF50-7A91-19BC-EC43-CBE6959CE22E}"/>
          </ac:spMkLst>
        </pc:spChg>
        <pc:spChg chg="mod">
          <ac:chgData name="Yueming Li (Biomedical Sciences)" userId="12f3b62c-acd5-4357-a314-0b860ca8b8d2" providerId="ADAL" clId="{467CACB8-0454-479D-BFA5-7C2F9675B1E3}" dt="2026-10-21T03:02:50.933" v="1554" actId="1076"/>
          <ac:spMkLst>
            <pc:docMk/>
            <pc:sldMk cId="2890239090" sldId="1401"/>
            <ac:spMk id="5" creationId="{38ED9213-F4A9-3A63-04D9-6233BB5CA2D1}"/>
          </ac:spMkLst>
        </pc:spChg>
        <pc:spChg chg="add mod">
          <ac:chgData name="Yueming Li (Biomedical Sciences)" userId="12f3b62c-acd5-4357-a314-0b860ca8b8d2" providerId="ADAL" clId="{467CACB8-0454-479D-BFA5-7C2F9675B1E3}" dt="2026-10-19T06:49:24.008" v="421" actId="1076"/>
          <ac:spMkLst>
            <pc:docMk/>
            <pc:sldMk cId="2890239090" sldId="1401"/>
            <ac:spMk id="8" creationId="{6B01D1DE-350A-D044-A8D8-26C40A5FF987}"/>
          </ac:spMkLst>
        </pc:spChg>
        <pc:picChg chg="add mod">
          <ac:chgData name="Yueming Li (Biomedical Sciences)" userId="12f3b62c-acd5-4357-a314-0b860ca8b8d2" providerId="ADAL" clId="{467CACB8-0454-479D-BFA5-7C2F9675B1E3}" dt="2026-10-19T06:48:02.640" v="401" actId="1076"/>
          <ac:picMkLst>
            <pc:docMk/>
            <pc:sldMk cId="2890239090" sldId="1401"/>
            <ac:picMk id="6" creationId="{0CB61AF9-5073-3411-27C0-EB422E8602D2}"/>
          </ac:picMkLst>
        </pc:picChg>
      </pc:sldChg>
      <pc:sldChg chg="addSp delSp modSp new mod modNotesTx">
        <pc:chgData name="Yueming Li (Biomedical Sciences)" userId="12f3b62c-acd5-4357-a314-0b860ca8b8d2" providerId="ADAL" clId="{467CACB8-0454-479D-BFA5-7C2F9675B1E3}" dt="2026-10-21T08:41:01.811" v="2219" actId="20577"/>
        <pc:sldMkLst>
          <pc:docMk/>
          <pc:sldMk cId="1826605993" sldId="1402"/>
        </pc:sldMkLst>
        <pc:spChg chg="mod">
          <ac:chgData name="Yueming Li (Biomedical Sciences)" userId="12f3b62c-acd5-4357-a314-0b860ca8b8d2" providerId="ADAL" clId="{467CACB8-0454-479D-BFA5-7C2F9675B1E3}" dt="2026-10-21T03:24:32.335" v="1569" actId="113"/>
          <ac:spMkLst>
            <pc:docMk/>
            <pc:sldMk cId="1826605993" sldId="1402"/>
            <ac:spMk id="7" creationId="{6911E6F2-8A64-5897-E2A4-6209B1116CD5}"/>
          </ac:spMkLst>
        </pc:spChg>
        <pc:picChg chg="add mod">
          <ac:chgData name="Yueming Li (Biomedical Sciences)" userId="12f3b62c-acd5-4357-a314-0b860ca8b8d2" providerId="ADAL" clId="{467CACB8-0454-479D-BFA5-7C2F9675B1E3}" dt="2026-10-19T07:02:55.410" v="523" actId="1076"/>
          <ac:picMkLst>
            <pc:docMk/>
            <pc:sldMk cId="1826605993" sldId="1402"/>
            <ac:picMk id="18" creationId="{F4FEC332-EB8C-AE4E-967B-D9FA4938E881}"/>
          </ac:picMkLst>
        </pc:picChg>
      </pc:sldChg>
      <pc:sldChg chg="addSp delSp modSp new mod modNotesTx">
        <pc:chgData name="Yueming Li (Biomedical Sciences)" userId="12f3b62c-acd5-4357-a314-0b860ca8b8d2" providerId="ADAL" clId="{467CACB8-0454-479D-BFA5-7C2F9675B1E3}" dt="2026-10-21T08:41:04.372" v="2220" actId="20577"/>
        <pc:sldMkLst>
          <pc:docMk/>
          <pc:sldMk cId="1404876495" sldId="1403"/>
        </pc:sldMkLst>
        <pc:spChg chg="add mod">
          <ac:chgData name="Yueming Li (Biomedical Sciences)" userId="12f3b62c-acd5-4357-a314-0b860ca8b8d2" providerId="ADAL" clId="{467CACB8-0454-479D-BFA5-7C2F9675B1E3}" dt="2026-10-19T07:09:11.663" v="565" actId="1076"/>
          <ac:spMkLst>
            <pc:docMk/>
            <pc:sldMk cId="1404876495" sldId="1403"/>
            <ac:spMk id="9" creationId="{D25B5092-7F8C-3199-AE7C-351C21BD4201}"/>
          </ac:spMkLst>
        </pc:spChg>
        <pc:picChg chg="add mod">
          <ac:chgData name="Yueming Li (Biomedical Sciences)" userId="12f3b62c-acd5-4357-a314-0b860ca8b8d2" providerId="ADAL" clId="{467CACB8-0454-479D-BFA5-7C2F9675B1E3}" dt="2026-10-19T07:09:21.094" v="569" actId="1076"/>
          <ac:picMkLst>
            <pc:docMk/>
            <pc:sldMk cId="1404876495" sldId="1403"/>
            <ac:picMk id="5" creationId="{3EDCD3E5-8D23-FEA2-7ABD-3C0C5F9D325E}"/>
          </ac:picMkLst>
        </pc:picChg>
        <pc:picChg chg="add mod">
          <ac:chgData name="Yueming Li (Biomedical Sciences)" userId="12f3b62c-acd5-4357-a314-0b860ca8b8d2" providerId="ADAL" clId="{467CACB8-0454-479D-BFA5-7C2F9675B1E3}" dt="2026-10-19T07:09:14.075" v="566" actId="1076"/>
          <ac:picMkLst>
            <pc:docMk/>
            <pc:sldMk cId="1404876495" sldId="1403"/>
            <ac:picMk id="7" creationId="{DE6ACBC2-6F2E-CC8A-9B44-57296F5F83B0}"/>
          </ac:picMkLst>
        </pc:picChg>
      </pc:sldChg>
      <pc:sldChg chg="addSp delSp modSp new mod modNotesTx">
        <pc:chgData name="Yueming Li (Biomedical Sciences)" userId="12f3b62c-acd5-4357-a314-0b860ca8b8d2" providerId="ADAL" clId="{467CACB8-0454-479D-BFA5-7C2F9675B1E3}" dt="2026-10-21T08:41:07.684" v="2221" actId="20577"/>
        <pc:sldMkLst>
          <pc:docMk/>
          <pc:sldMk cId="2418554197" sldId="1404"/>
        </pc:sldMkLst>
        <pc:spChg chg="mod">
          <ac:chgData name="Yueming Li (Biomedical Sciences)" userId="12f3b62c-acd5-4357-a314-0b860ca8b8d2" providerId="ADAL" clId="{467CACB8-0454-479D-BFA5-7C2F9675B1E3}" dt="2026-10-21T07:11:15.713" v="1629" actId="1076"/>
          <ac:spMkLst>
            <pc:docMk/>
            <pc:sldMk cId="2418554197" sldId="1404"/>
            <ac:spMk id="4" creationId="{69839219-CEA5-2538-BF70-4704F62D0BCD}"/>
          </ac:spMkLst>
        </pc:spChg>
        <pc:picChg chg="add mod">
          <ac:chgData name="Yueming Li (Biomedical Sciences)" userId="12f3b62c-acd5-4357-a314-0b860ca8b8d2" providerId="ADAL" clId="{467CACB8-0454-479D-BFA5-7C2F9675B1E3}" dt="2026-10-19T07:15:43.612" v="623" actId="14100"/>
          <ac:picMkLst>
            <pc:docMk/>
            <pc:sldMk cId="2418554197" sldId="1404"/>
            <ac:picMk id="6" creationId="{CF92C8D6-45BF-3CFA-BB7F-49641D802DBF}"/>
          </ac:picMkLst>
        </pc:picChg>
      </pc:sldChg>
      <pc:sldChg chg="addSp delSp modSp new mod modNotesTx">
        <pc:chgData name="Yueming Li (Biomedical Sciences)" userId="12f3b62c-acd5-4357-a314-0b860ca8b8d2" providerId="ADAL" clId="{467CACB8-0454-479D-BFA5-7C2F9675B1E3}" dt="2026-10-21T08:41:09.843" v="2222" actId="20577"/>
        <pc:sldMkLst>
          <pc:docMk/>
          <pc:sldMk cId="372905409" sldId="1405"/>
        </pc:sldMkLst>
        <pc:spChg chg="mod">
          <ac:chgData name="Yueming Li (Biomedical Sciences)" userId="12f3b62c-acd5-4357-a314-0b860ca8b8d2" providerId="ADAL" clId="{467CACB8-0454-479D-BFA5-7C2F9675B1E3}" dt="2026-10-19T07:21:19.309" v="665" actId="948"/>
          <ac:spMkLst>
            <pc:docMk/>
            <pc:sldMk cId="372905409" sldId="1405"/>
            <ac:spMk id="5" creationId="{AB11A71F-BF54-8950-3870-7AC2E202019A}"/>
          </ac:spMkLst>
        </pc:spChg>
        <pc:spChg chg="add mod">
          <ac:chgData name="Yueming Li (Biomedical Sciences)" userId="12f3b62c-acd5-4357-a314-0b860ca8b8d2" providerId="ADAL" clId="{467CACB8-0454-479D-BFA5-7C2F9675B1E3}" dt="2026-10-19T07:20:45.102" v="657" actId="20577"/>
          <ac:spMkLst>
            <pc:docMk/>
            <pc:sldMk cId="372905409" sldId="1405"/>
            <ac:spMk id="7" creationId="{28F6FD72-8218-9EDB-B660-EE6E1D47086D}"/>
          </ac:spMkLst>
        </pc:spChg>
        <pc:picChg chg="mod">
          <ac:chgData name="Yueming Li (Biomedical Sciences)" userId="12f3b62c-acd5-4357-a314-0b860ca8b8d2" providerId="ADAL" clId="{467CACB8-0454-479D-BFA5-7C2F9675B1E3}" dt="2026-10-19T07:20:54.578" v="660" actId="1076"/>
          <ac:picMkLst>
            <pc:docMk/>
            <pc:sldMk cId="372905409" sldId="1405"/>
            <ac:picMk id="4" creationId="{0A07402C-0909-15A0-C671-5FA6DAD4F74C}"/>
          </ac:picMkLst>
        </pc:picChg>
      </pc:sldChg>
      <pc:sldChg chg="addSp delSp modSp new mod modNotesTx">
        <pc:chgData name="Yueming Li (Biomedical Sciences)" userId="12f3b62c-acd5-4357-a314-0b860ca8b8d2" providerId="ADAL" clId="{467CACB8-0454-479D-BFA5-7C2F9675B1E3}" dt="2026-10-21T08:41:12.407" v="2223" actId="20577"/>
        <pc:sldMkLst>
          <pc:docMk/>
          <pc:sldMk cId="135557180" sldId="1406"/>
        </pc:sldMkLst>
        <pc:spChg chg="mod">
          <ac:chgData name="Yueming Li (Biomedical Sciences)" userId="12f3b62c-acd5-4357-a314-0b860ca8b8d2" providerId="ADAL" clId="{467CACB8-0454-479D-BFA5-7C2F9675B1E3}" dt="2026-10-21T07:24:18.541" v="1636" actId="1076"/>
          <ac:spMkLst>
            <pc:docMk/>
            <pc:sldMk cId="135557180" sldId="1406"/>
            <ac:spMk id="4" creationId="{0E85AD76-416F-2BA7-625D-15C46323F4F6}"/>
          </ac:spMkLst>
        </pc:spChg>
        <pc:picChg chg="add del mod">
          <ac:chgData name="Yueming Li (Biomedical Sciences)" userId="12f3b62c-acd5-4357-a314-0b860ca8b8d2" providerId="ADAL" clId="{467CACB8-0454-479D-BFA5-7C2F9675B1E3}" dt="2026-10-21T07:24:05.756" v="1635" actId="478"/>
          <ac:picMkLst>
            <pc:docMk/>
            <pc:sldMk cId="135557180" sldId="1406"/>
            <ac:picMk id="16" creationId="{1F271873-5FC1-90D9-ED31-0F6E45DB0F41}"/>
          </ac:picMkLst>
        </pc:picChg>
      </pc:sldChg>
      <pc:sldChg chg="addSp delSp modSp new mod modNotesTx">
        <pc:chgData name="Yueming Li (Biomedical Sciences)" userId="12f3b62c-acd5-4357-a314-0b860ca8b8d2" providerId="ADAL" clId="{467CACB8-0454-479D-BFA5-7C2F9675B1E3}" dt="2026-10-21T08:41:16.371" v="2224" actId="20577"/>
        <pc:sldMkLst>
          <pc:docMk/>
          <pc:sldMk cId="1688117791" sldId="1407"/>
        </pc:sldMkLst>
        <pc:spChg chg="mod">
          <ac:chgData name="Yueming Li (Biomedical Sciences)" userId="12f3b62c-acd5-4357-a314-0b860ca8b8d2" providerId="ADAL" clId="{467CACB8-0454-479D-BFA5-7C2F9675B1E3}" dt="2026-10-21T07:23:18.483" v="1633" actId="20577"/>
          <ac:spMkLst>
            <pc:docMk/>
            <pc:sldMk cId="1688117791" sldId="1407"/>
            <ac:spMk id="2" creationId="{ACA73ED2-BCCD-12BC-9B77-4BE7770BB24B}"/>
          </ac:spMkLst>
        </pc:spChg>
        <pc:spChg chg="mod">
          <ac:chgData name="Yueming Li (Biomedical Sciences)" userId="12f3b62c-acd5-4357-a314-0b860ca8b8d2" providerId="ADAL" clId="{467CACB8-0454-479D-BFA5-7C2F9675B1E3}" dt="2026-10-19T08:24:50.959" v="871" actId="1076"/>
          <ac:spMkLst>
            <pc:docMk/>
            <pc:sldMk cId="1688117791" sldId="1407"/>
            <ac:spMk id="4" creationId="{0A4B2921-1914-C195-8B78-9BCE602A1217}"/>
          </ac:spMkLst>
        </pc:spChg>
        <pc:spChg chg="mod">
          <ac:chgData name="Yueming Li (Biomedical Sciences)" userId="12f3b62c-acd5-4357-a314-0b860ca8b8d2" providerId="ADAL" clId="{467CACB8-0454-479D-BFA5-7C2F9675B1E3}" dt="2026-10-21T07:25:35.615" v="1637" actId="1076"/>
          <ac:spMkLst>
            <pc:docMk/>
            <pc:sldMk cId="1688117791" sldId="1407"/>
            <ac:spMk id="6" creationId="{67D829C2-D2F8-16E3-45CD-162D474026BC}"/>
          </ac:spMkLst>
        </pc:spChg>
        <pc:spChg chg="mod">
          <ac:chgData name="Yueming Li (Biomedical Sciences)" userId="12f3b62c-acd5-4357-a314-0b860ca8b8d2" providerId="ADAL" clId="{467CACB8-0454-479D-BFA5-7C2F9675B1E3}" dt="2026-10-19T08:30:48.426" v="940" actId="1076"/>
          <ac:spMkLst>
            <pc:docMk/>
            <pc:sldMk cId="1688117791" sldId="1407"/>
            <ac:spMk id="9" creationId="{34BB8FD2-2FB4-FFC3-9368-E2A84C2D5E5A}"/>
          </ac:spMkLst>
        </pc:spChg>
        <pc:spChg chg="mod">
          <ac:chgData name="Yueming Li (Biomedical Sciences)" userId="12f3b62c-acd5-4357-a314-0b860ca8b8d2" providerId="ADAL" clId="{467CACB8-0454-479D-BFA5-7C2F9675B1E3}" dt="2026-10-19T08:13:57.354" v="759"/>
          <ac:spMkLst>
            <pc:docMk/>
            <pc:sldMk cId="1688117791" sldId="1407"/>
            <ac:spMk id="10" creationId="{998545FF-E68E-A8FD-A1E0-E03B7F79A433}"/>
          </ac:spMkLst>
        </pc:spChg>
        <pc:spChg chg="mod">
          <ac:chgData name="Yueming Li (Biomedical Sciences)" userId="12f3b62c-acd5-4357-a314-0b860ca8b8d2" providerId="ADAL" clId="{467CACB8-0454-479D-BFA5-7C2F9675B1E3}" dt="2026-10-19T08:13:57.354" v="759"/>
          <ac:spMkLst>
            <pc:docMk/>
            <pc:sldMk cId="1688117791" sldId="1407"/>
            <ac:spMk id="12" creationId="{66B063D9-6889-8536-50BF-623A69D756D3}"/>
          </ac:spMkLst>
        </pc:spChg>
        <pc:spChg chg="mod">
          <ac:chgData name="Yueming Li (Biomedical Sciences)" userId="12f3b62c-acd5-4357-a314-0b860ca8b8d2" providerId="ADAL" clId="{467CACB8-0454-479D-BFA5-7C2F9675B1E3}" dt="2026-10-19T08:30:54.755" v="941" actId="1076"/>
          <ac:spMkLst>
            <pc:docMk/>
            <pc:sldMk cId="1688117791" sldId="1407"/>
            <ac:spMk id="13" creationId="{508B2071-2FE2-E268-7A7B-24F4232F4476}"/>
          </ac:spMkLst>
        </pc:spChg>
        <pc:spChg chg="mod">
          <ac:chgData name="Yueming Li (Biomedical Sciences)" userId="12f3b62c-acd5-4357-a314-0b860ca8b8d2" providerId="ADAL" clId="{467CACB8-0454-479D-BFA5-7C2F9675B1E3}" dt="2026-10-19T08:13:57.354" v="759"/>
          <ac:spMkLst>
            <pc:docMk/>
            <pc:sldMk cId="1688117791" sldId="1407"/>
            <ac:spMk id="15" creationId="{FB346BC7-E3BA-C920-50CE-FC3C0DB32A4D}"/>
          </ac:spMkLst>
        </pc:spChg>
        <pc:grpChg chg="add mod">
          <ac:chgData name="Yueming Li (Biomedical Sciences)" userId="12f3b62c-acd5-4357-a314-0b860ca8b8d2" providerId="ADAL" clId="{467CACB8-0454-479D-BFA5-7C2F9675B1E3}" dt="2026-10-19T08:30:36.089" v="937" actId="1076"/>
          <ac:grpSpMkLst>
            <pc:docMk/>
            <pc:sldMk cId="1688117791" sldId="1407"/>
            <ac:grpSpMk id="7" creationId="{AF749616-FC66-EDAB-02CA-EB5E4A903D5B}"/>
          </ac:grpSpMkLst>
        </pc:grpChg>
        <pc:picChg chg="mod">
          <ac:chgData name="Yueming Li (Biomedical Sciences)" userId="12f3b62c-acd5-4357-a314-0b860ca8b8d2" providerId="ADAL" clId="{467CACB8-0454-479D-BFA5-7C2F9675B1E3}" dt="2026-10-19T08:13:57.354" v="759"/>
          <ac:picMkLst>
            <pc:docMk/>
            <pc:sldMk cId="1688117791" sldId="1407"/>
            <ac:picMk id="8" creationId="{D8B6C46E-FE5A-B30A-FC22-D4A581553492}"/>
          </ac:picMkLst>
        </pc:picChg>
        <pc:picChg chg="add mod">
          <ac:chgData name="Yueming Li (Biomedical Sciences)" userId="12f3b62c-acd5-4357-a314-0b860ca8b8d2" providerId="ADAL" clId="{467CACB8-0454-479D-BFA5-7C2F9675B1E3}" dt="2026-10-21T07:24:00.996" v="1634" actId="1076"/>
          <ac:picMkLst>
            <pc:docMk/>
            <pc:sldMk cId="1688117791" sldId="1407"/>
            <ac:picMk id="32" creationId="{BC43D8C4-39D2-C493-DA7A-964F765E6C05}"/>
          </ac:picMkLst>
        </pc:picChg>
        <pc:cxnChg chg="mod">
          <ac:chgData name="Yueming Li (Biomedical Sciences)" userId="12f3b62c-acd5-4357-a314-0b860ca8b8d2" providerId="ADAL" clId="{467CACB8-0454-479D-BFA5-7C2F9675B1E3}" dt="2026-10-19T08:30:45.295" v="939" actId="1076"/>
          <ac:cxnSpMkLst>
            <pc:docMk/>
            <pc:sldMk cId="1688117791" sldId="1407"/>
            <ac:cxnSpMk id="11" creationId="{660F1EC4-B358-FE7A-E3F0-0E655B62E56A}"/>
          </ac:cxnSpMkLst>
        </pc:cxnChg>
        <pc:cxnChg chg="mod">
          <ac:chgData name="Yueming Li (Biomedical Sciences)" userId="12f3b62c-acd5-4357-a314-0b860ca8b8d2" providerId="ADAL" clId="{467CACB8-0454-479D-BFA5-7C2F9675B1E3}" dt="2026-10-19T08:30:56.169" v="942" actId="1076"/>
          <ac:cxnSpMkLst>
            <pc:docMk/>
            <pc:sldMk cId="1688117791" sldId="1407"/>
            <ac:cxnSpMk id="14" creationId="{834668C1-B3BD-AE9F-E8DF-FBADBFB9ED4B}"/>
          </ac:cxnSpMkLst>
        </pc:cxnChg>
      </pc:sldChg>
      <pc:sldChg chg="addSp delSp modSp new mod modNotesTx">
        <pc:chgData name="Yueming Li (Biomedical Sciences)" userId="12f3b62c-acd5-4357-a314-0b860ca8b8d2" providerId="ADAL" clId="{467CACB8-0454-479D-BFA5-7C2F9675B1E3}" dt="2026-10-21T08:41:18.861" v="2225" actId="20577"/>
        <pc:sldMkLst>
          <pc:docMk/>
          <pc:sldMk cId="3124221593" sldId="1408"/>
        </pc:sldMkLst>
        <pc:spChg chg="mod">
          <ac:chgData name="Yueming Li (Biomedical Sciences)" userId="12f3b62c-acd5-4357-a314-0b860ca8b8d2" providerId="ADAL" clId="{467CACB8-0454-479D-BFA5-7C2F9675B1E3}" dt="2026-10-19T08:33:49.636" v="957" actId="14100"/>
          <ac:spMkLst>
            <pc:docMk/>
            <pc:sldMk cId="3124221593" sldId="1408"/>
            <ac:spMk id="2" creationId="{23BA93C6-9027-7BE0-F10E-FF0BD696F9A5}"/>
          </ac:spMkLst>
        </pc:spChg>
        <pc:spChg chg="mod">
          <ac:chgData name="Yueming Li (Biomedical Sciences)" userId="12f3b62c-acd5-4357-a314-0b860ca8b8d2" providerId="ADAL" clId="{467CACB8-0454-479D-BFA5-7C2F9675B1E3}" dt="2026-10-19T08:36:04.379" v="983" actId="1076"/>
          <ac:spMkLst>
            <pc:docMk/>
            <pc:sldMk cId="3124221593" sldId="1408"/>
            <ac:spMk id="4" creationId="{72A93677-184D-6AC8-5028-BE21AFEF9D85}"/>
          </ac:spMkLst>
        </pc:spChg>
        <pc:spChg chg="mod">
          <ac:chgData name="Yueming Li (Biomedical Sciences)" userId="12f3b62c-acd5-4357-a314-0b860ca8b8d2" providerId="ADAL" clId="{467CACB8-0454-479D-BFA5-7C2F9675B1E3}" dt="2026-10-21T07:28:11.587" v="1641" actId="113"/>
          <ac:spMkLst>
            <pc:docMk/>
            <pc:sldMk cId="3124221593" sldId="1408"/>
            <ac:spMk id="5" creationId="{4A15C34E-12D4-97FE-90B0-6D8E90916A4B}"/>
          </ac:spMkLst>
        </pc:spChg>
        <pc:spChg chg="add mod">
          <ac:chgData name="Yueming Li (Biomedical Sciences)" userId="12f3b62c-acd5-4357-a314-0b860ca8b8d2" providerId="ADAL" clId="{467CACB8-0454-479D-BFA5-7C2F9675B1E3}" dt="2026-10-19T08:36:26.189" v="986" actId="1076"/>
          <ac:spMkLst>
            <pc:docMk/>
            <pc:sldMk cId="3124221593" sldId="1408"/>
            <ac:spMk id="7" creationId="{9E25E49E-DFD2-D195-160E-31D226554EA2}"/>
          </ac:spMkLst>
        </pc:spChg>
        <pc:picChg chg="add mod">
          <ac:chgData name="Yueming Li (Biomedical Sciences)" userId="12f3b62c-acd5-4357-a314-0b860ca8b8d2" providerId="ADAL" clId="{467CACB8-0454-479D-BFA5-7C2F9675B1E3}" dt="2026-10-19T08:37:17.724" v="988" actId="1076"/>
          <ac:picMkLst>
            <pc:docMk/>
            <pc:sldMk cId="3124221593" sldId="1408"/>
            <ac:picMk id="9" creationId="{11B8A359-74E0-5949-A7CC-06DF55BE8CBF}"/>
          </ac:picMkLst>
        </pc:picChg>
      </pc:sldChg>
      <pc:sldChg chg="addSp delSp modSp new mod modNotesTx">
        <pc:chgData name="Yueming Li (Biomedical Sciences)" userId="12f3b62c-acd5-4357-a314-0b860ca8b8d2" providerId="ADAL" clId="{467CACB8-0454-479D-BFA5-7C2F9675B1E3}" dt="2026-10-21T08:41:21.220" v="2226" actId="20577"/>
        <pc:sldMkLst>
          <pc:docMk/>
          <pc:sldMk cId="846707532" sldId="1409"/>
        </pc:sldMkLst>
        <pc:spChg chg="mod">
          <ac:chgData name="Yueming Li (Biomedical Sciences)" userId="12f3b62c-acd5-4357-a314-0b860ca8b8d2" providerId="ADAL" clId="{467CACB8-0454-479D-BFA5-7C2F9675B1E3}" dt="2026-10-19T08:43:05.386" v="1012" actId="14100"/>
          <ac:spMkLst>
            <pc:docMk/>
            <pc:sldMk cId="846707532" sldId="1409"/>
            <ac:spMk id="4" creationId="{53EFB73C-36EE-0A9B-C0CB-53BF60C0E5D4}"/>
          </ac:spMkLst>
        </pc:spChg>
        <pc:spChg chg="add mod">
          <ac:chgData name="Yueming Li (Biomedical Sciences)" userId="12f3b62c-acd5-4357-a314-0b860ca8b8d2" providerId="ADAL" clId="{467CACB8-0454-479D-BFA5-7C2F9675B1E3}" dt="2026-10-19T08:42:47.193" v="1007" actId="113"/>
          <ac:spMkLst>
            <pc:docMk/>
            <pc:sldMk cId="846707532" sldId="1409"/>
            <ac:spMk id="8" creationId="{9AB50520-4751-DEE6-4A7C-F38E53A7CF46}"/>
          </ac:spMkLst>
        </pc:spChg>
        <pc:picChg chg="add mod">
          <ac:chgData name="Yueming Li (Biomedical Sciences)" userId="12f3b62c-acd5-4357-a314-0b860ca8b8d2" providerId="ADAL" clId="{467CACB8-0454-479D-BFA5-7C2F9675B1E3}" dt="2026-10-19T08:42:01.754" v="994" actId="1076"/>
          <ac:picMkLst>
            <pc:docMk/>
            <pc:sldMk cId="846707532" sldId="1409"/>
            <ac:picMk id="6" creationId="{681C6E5B-87CB-57B2-0B19-7108D34F087B}"/>
          </ac:picMkLst>
        </pc:picChg>
      </pc:sldChg>
      <pc:sldChg chg="addSp delSp modSp new mod modNotesTx">
        <pc:chgData name="Yueming Li (Biomedical Sciences)" userId="12f3b62c-acd5-4357-a314-0b860ca8b8d2" providerId="ADAL" clId="{467CACB8-0454-479D-BFA5-7C2F9675B1E3}" dt="2026-10-21T08:41:24.063" v="2227" actId="20577"/>
        <pc:sldMkLst>
          <pc:docMk/>
          <pc:sldMk cId="2474064723" sldId="1410"/>
        </pc:sldMkLst>
        <pc:spChg chg="mod">
          <ac:chgData name="Yueming Li (Biomedical Sciences)" userId="12f3b62c-acd5-4357-a314-0b860ca8b8d2" providerId="ADAL" clId="{467CACB8-0454-479D-BFA5-7C2F9675B1E3}" dt="2026-10-21T07:31:16.509" v="1660" actId="20577"/>
          <ac:spMkLst>
            <pc:docMk/>
            <pc:sldMk cId="2474064723" sldId="1410"/>
            <ac:spMk id="2" creationId="{843EC9B5-4001-C806-4CAF-B6949F8F2604}"/>
          </ac:spMkLst>
        </pc:spChg>
        <pc:spChg chg="mod">
          <ac:chgData name="Yueming Li (Biomedical Sciences)" userId="12f3b62c-acd5-4357-a314-0b860ca8b8d2" providerId="ADAL" clId="{467CACB8-0454-479D-BFA5-7C2F9675B1E3}" dt="2026-10-21T07:31:51.854" v="1667" actId="1076"/>
          <ac:spMkLst>
            <pc:docMk/>
            <pc:sldMk cId="2474064723" sldId="1410"/>
            <ac:spMk id="4" creationId="{96E504C5-FA82-14D8-A812-881E5582E39F}"/>
          </ac:spMkLst>
        </pc:spChg>
        <pc:spChg chg="add mod">
          <ac:chgData name="Yueming Li (Biomedical Sciences)" userId="12f3b62c-acd5-4357-a314-0b860ca8b8d2" providerId="ADAL" clId="{467CACB8-0454-479D-BFA5-7C2F9675B1E3}" dt="2026-10-21T07:32:06.838" v="1671" actId="1076"/>
          <ac:spMkLst>
            <pc:docMk/>
            <pc:sldMk cId="2474064723" sldId="1410"/>
            <ac:spMk id="5" creationId="{274EC5FA-DDEA-23AB-0106-C75F9A6169C4}"/>
          </ac:spMkLst>
        </pc:spChg>
        <pc:spChg chg="add mod">
          <ac:chgData name="Yueming Li (Biomedical Sciences)" userId="12f3b62c-acd5-4357-a314-0b860ca8b8d2" providerId="ADAL" clId="{467CACB8-0454-479D-BFA5-7C2F9675B1E3}" dt="2026-10-19T09:02:42.186" v="1133" actId="1076"/>
          <ac:spMkLst>
            <pc:docMk/>
            <pc:sldMk cId="2474064723" sldId="1410"/>
            <ac:spMk id="10" creationId="{BB951FE0-0EFE-3C0D-5F89-F1B027186554}"/>
          </ac:spMkLst>
        </pc:spChg>
        <pc:picChg chg="add mod">
          <ac:chgData name="Yueming Li (Biomedical Sciences)" userId="12f3b62c-acd5-4357-a314-0b860ca8b8d2" providerId="ADAL" clId="{467CACB8-0454-479D-BFA5-7C2F9675B1E3}" dt="2026-10-21T07:33:36.497" v="1676" actId="1076"/>
          <ac:picMkLst>
            <pc:docMk/>
            <pc:sldMk cId="2474064723" sldId="1410"/>
            <ac:picMk id="8" creationId="{951E6E3C-1B5B-750A-49DE-5790CC09A5EC}"/>
          </ac:picMkLst>
        </pc:picChg>
      </pc:sldChg>
      <pc:sldChg chg="addSp delSp modSp new mod modNotesTx">
        <pc:chgData name="Yueming Li (Biomedical Sciences)" userId="12f3b62c-acd5-4357-a314-0b860ca8b8d2" providerId="ADAL" clId="{467CACB8-0454-479D-BFA5-7C2F9675B1E3}" dt="2026-10-21T08:41:27.330" v="2228" actId="20577"/>
        <pc:sldMkLst>
          <pc:docMk/>
          <pc:sldMk cId="4068266870" sldId="1411"/>
        </pc:sldMkLst>
        <pc:spChg chg="mod">
          <ac:chgData name="Yueming Li (Biomedical Sciences)" userId="12f3b62c-acd5-4357-a314-0b860ca8b8d2" providerId="ADAL" clId="{467CACB8-0454-479D-BFA5-7C2F9675B1E3}" dt="2026-10-19T09:04:27.113" v="1155" actId="113"/>
          <ac:spMkLst>
            <pc:docMk/>
            <pc:sldMk cId="4068266870" sldId="1411"/>
            <ac:spMk id="4" creationId="{E0AF7A6A-B460-1D00-C2C6-7C7E62ED74FA}"/>
          </ac:spMkLst>
        </pc:spChg>
        <pc:spChg chg="mod">
          <ac:chgData name="Yueming Li (Biomedical Sciences)" userId="12f3b62c-acd5-4357-a314-0b860ca8b8d2" providerId="ADAL" clId="{467CACB8-0454-479D-BFA5-7C2F9675B1E3}" dt="2026-10-19T08:47:22.735" v="1016"/>
          <ac:spMkLst>
            <pc:docMk/>
            <pc:sldMk cId="4068266870" sldId="1411"/>
            <ac:spMk id="7" creationId="{52B69824-A9D3-2CBA-5418-4D6FB2E9FEE8}"/>
          </ac:spMkLst>
        </pc:spChg>
        <pc:spChg chg="mod">
          <ac:chgData name="Yueming Li (Biomedical Sciences)" userId="12f3b62c-acd5-4357-a314-0b860ca8b8d2" providerId="ADAL" clId="{467CACB8-0454-479D-BFA5-7C2F9675B1E3}" dt="2026-10-19T08:47:22.735" v="1016"/>
          <ac:spMkLst>
            <pc:docMk/>
            <pc:sldMk cId="4068266870" sldId="1411"/>
            <ac:spMk id="8" creationId="{4E085302-D0C6-F59F-2210-215C413A9DBA}"/>
          </ac:spMkLst>
        </pc:spChg>
        <pc:spChg chg="mod">
          <ac:chgData name="Yueming Li (Biomedical Sciences)" userId="12f3b62c-acd5-4357-a314-0b860ca8b8d2" providerId="ADAL" clId="{467CACB8-0454-479D-BFA5-7C2F9675B1E3}" dt="2026-10-19T08:47:22.735" v="1016"/>
          <ac:spMkLst>
            <pc:docMk/>
            <pc:sldMk cId="4068266870" sldId="1411"/>
            <ac:spMk id="10" creationId="{540A0E78-EDCA-DAFB-1FF6-EF859E84B57A}"/>
          </ac:spMkLst>
        </pc:spChg>
        <pc:spChg chg="mod">
          <ac:chgData name="Yueming Li (Biomedical Sciences)" userId="12f3b62c-acd5-4357-a314-0b860ca8b8d2" providerId="ADAL" clId="{467CACB8-0454-479D-BFA5-7C2F9675B1E3}" dt="2026-10-19T08:47:22.735" v="1016"/>
          <ac:spMkLst>
            <pc:docMk/>
            <pc:sldMk cId="4068266870" sldId="1411"/>
            <ac:spMk id="11" creationId="{BAE3A937-6AFB-8826-A80C-BCD138C8F334}"/>
          </ac:spMkLst>
        </pc:spChg>
        <pc:spChg chg="mod">
          <ac:chgData name="Yueming Li (Biomedical Sciences)" userId="12f3b62c-acd5-4357-a314-0b860ca8b8d2" providerId="ADAL" clId="{467CACB8-0454-479D-BFA5-7C2F9675B1E3}" dt="2026-10-19T08:47:22.735" v="1016"/>
          <ac:spMkLst>
            <pc:docMk/>
            <pc:sldMk cId="4068266870" sldId="1411"/>
            <ac:spMk id="13" creationId="{5FFD1BA5-A908-2098-806F-4F3C0822F750}"/>
          </ac:spMkLst>
        </pc:spChg>
        <pc:spChg chg="add mod">
          <ac:chgData name="Yueming Li (Biomedical Sciences)" userId="12f3b62c-acd5-4357-a314-0b860ca8b8d2" providerId="ADAL" clId="{467CACB8-0454-479D-BFA5-7C2F9675B1E3}" dt="2026-10-19T09:04:38.412" v="1158" actId="1076"/>
          <ac:spMkLst>
            <pc:docMk/>
            <pc:sldMk cId="4068266870" sldId="1411"/>
            <ac:spMk id="15" creationId="{50F3BF79-2795-CAB5-5C25-8154E69433E0}"/>
          </ac:spMkLst>
        </pc:spChg>
        <pc:grpChg chg="add mod">
          <ac:chgData name="Yueming Li (Biomedical Sciences)" userId="12f3b62c-acd5-4357-a314-0b860ca8b8d2" providerId="ADAL" clId="{467CACB8-0454-479D-BFA5-7C2F9675B1E3}" dt="2026-10-21T07:33:53.747" v="1677" actId="1076"/>
          <ac:grpSpMkLst>
            <pc:docMk/>
            <pc:sldMk cId="4068266870" sldId="1411"/>
            <ac:grpSpMk id="5" creationId="{975D3381-03AF-42E6-7CBD-7C83851F843B}"/>
          </ac:grpSpMkLst>
        </pc:grpChg>
        <pc:picChg chg="mod">
          <ac:chgData name="Yueming Li (Biomedical Sciences)" userId="12f3b62c-acd5-4357-a314-0b860ca8b8d2" providerId="ADAL" clId="{467CACB8-0454-479D-BFA5-7C2F9675B1E3}" dt="2026-10-19T08:47:22.735" v="1016"/>
          <ac:picMkLst>
            <pc:docMk/>
            <pc:sldMk cId="4068266870" sldId="1411"/>
            <ac:picMk id="6" creationId="{F8598908-BD88-2C93-884B-2813D65AB02D}"/>
          </ac:picMkLst>
        </pc:picChg>
        <pc:cxnChg chg="mod">
          <ac:chgData name="Yueming Li (Biomedical Sciences)" userId="12f3b62c-acd5-4357-a314-0b860ca8b8d2" providerId="ADAL" clId="{467CACB8-0454-479D-BFA5-7C2F9675B1E3}" dt="2026-10-19T08:47:22.735" v="1016"/>
          <ac:cxnSpMkLst>
            <pc:docMk/>
            <pc:sldMk cId="4068266870" sldId="1411"/>
            <ac:cxnSpMk id="9" creationId="{4C1B1977-5E8B-91B8-7B25-85EB12AFC7D4}"/>
          </ac:cxnSpMkLst>
        </pc:cxnChg>
        <pc:cxnChg chg="mod">
          <ac:chgData name="Yueming Li (Biomedical Sciences)" userId="12f3b62c-acd5-4357-a314-0b860ca8b8d2" providerId="ADAL" clId="{467CACB8-0454-479D-BFA5-7C2F9675B1E3}" dt="2026-10-19T08:47:22.735" v="1016"/>
          <ac:cxnSpMkLst>
            <pc:docMk/>
            <pc:sldMk cId="4068266870" sldId="1411"/>
            <ac:cxnSpMk id="12" creationId="{879BDCA6-AA31-4BA4-CD3C-D67D76AA440D}"/>
          </ac:cxnSpMkLst>
        </pc:cxnChg>
      </pc:sldChg>
      <pc:sldChg chg="addSp delSp modSp new mod modNotesTx">
        <pc:chgData name="Yueming Li (Biomedical Sciences)" userId="12f3b62c-acd5-4357-a314-0b860ca8b8d2" providerId="ADAL" clId="{467CACB8-0454-479D-BFA5-7C2F9675B1E3}" dt="2026-10-21T09:28:35.889" v="2247" actId="20577"/>
        <pc:sldMkLst>
          <pc:docMk/>
          <pc:sldMk cId="2282194830" sldId="1412"/>
        </pc:sldMkLst>
        <pc:spChg chg="mod">
          <ac:chgData name="Yueming Li (Biomedical Sciences)" userId="12f3b62c-acd5-4357-a314-0b860ca8b8d2" providerId="ADAL" clId="{467CACB8-0454-479D-BFA5-7C2F9675B1E3}" dt="2026-10-21T09:28:35.889" v="2247" actId="20577"/>
          <ac:spMkLst>
            <pc:docMk/>
            <pc:sldMk cId="2282194830" sldId="1412"/>
            <ac:spMk id="4" creationId="{194C25AE-F3E8-E48B-D051-59068E27BBF0}"/>
          </ac:spMkLst>
        </pc:spChg>
        <pc:picChg chg="add mod">
          <ac:chgData name="Yueming Li (Biomedical Sciences)" userId="12f3b62c-acd5-4357-a314-0b860ca8b8d2" providerId="ADAL" clId="{467CACB8-0454-479D-BFA5-7C2F9675B1E3}" dt="2026-10-19T09:12:09.352" v="1205" actId="1076"/>
          <ac:picMkLst>
            <pc:docMk/>
            <pc:sldMk cId="2282194830" sldId="1412"/>
            <ac:picMk id="6" creationId="{7E757313-2B80-563A-4325-D3CD2A09B41F}"/>
          </ac:picMkLst>
        </pc:picChg>
        <pc:picChg chg="add mod">
          <ac:chgData name="Yueming Li (Biomedical Sciences)" userId="12f3b62c-acd5-4357-a314-0b860ca8b8d2" providerId="ADAL" clId="{467CACB8-0454-479D-BFA5-7C2F9675B1E3}" dt="2026-10-19T09:12:10.352" v="1206" actId="1076"/>
          <ac:picMkLst>
            <pc:docMk/>
            <pc:sldMk cId="2282194830" sldId="1412"/>
            <ac:picMk id="8" creationId="{D91B354E-8408-29E6-F47A-5CEDE1D94094}"/>
          </ac:picMkLst>
        </pc:picChg>
      </pc:sldChg>
      <pc:sldChg chg="addSp delSp modSp new mod modNotesTx">
        <pc:chgData name="Yueming Li (Biomedical Sciences)" userId="12f3b62c-acd5-4357-a314-0b860ca8b8d2" providerId="ADAL" clId="{467CACB8-0454-479D-BFA5-7C2F9675B1E3}" dt="2026-10-21T08:41:33.244" v="2230" actId="20577"/>
        <pc:sldMkLst>
          <pc:docMk/>
          <pc:sldMk cId="2495312674" sldId="1413"/>
        </pc:sldMkLst>
        <pc:spChg chg="mod">
          <ac:chgData name="Yueming Li (Biomedical Sciences)" userId="12f3b62c-acd5-4357-a314-0b860ca8b8d2" providerId="ADAL" clId="{467CACB8-0454-479D-BFA5-7C2F9675B1E3}" dt="2026-10-19T09:32:37.519" v="1272" actId="20577"/>
          <ac:spMkLst>
            <pc:docMk/>
            <pc:sldMk cId="2495312674" sldId="1413"/>
            <ac:spMk id="2" creationId="{4996CE69-4ABA-4CF2-2B44-7B1A01200F4B}"/>
          </ac:spMkLst>
        </pc:spChg>
        <pc:spChg chg="mod">
          <ac:chgData name="Yueming Li (Biomedical Sciences)" userId="12f3b62c-acd5-4357-a314-0b860ca8b8d2" providerId="ADAL" clId="{467CACB8-0454-479D-BFA5-7C2F9675B1E3}" dt="2026-10-19T09:32:48.622" v="1278" actId="1076"/>
          <ac:spMkLst>
            <pc:docMk/>
            <pc:sldMk cId="2495312674" sldId="1413"/>
            <ac:spMk id="4" creationId="{68847FE4-844A-C3EC-27F9-DCBAF53D296C}"/>
          </ac:spMkLst>
        </pc:spChg>
        <pc:spChg chg="mod">
          <ac:chgData name="Yueming Li (Biomedical Sciences)" userId="12f3b62c-acd5-4357-a314-0b860ca8b8d2" providerId="ADAL" clId="{467CACB8-0454-479D-BFA5-7C2F9675B1E3}" dt="2026-10-19T09:33:12.186" v="1285" actId="1076"/>
          <ac:spMkLst>
            <pc:docMk/>
            <pc:sldMk cId="2495312674" sldId="1413"/>
            <ac:spMk id="6" creationId="{962782BA-951D-C313-A694-0FF7A93F362F}"/>
          </ac:spMkLst>
        </pc:spChg>
        <pc:picChg chg="mod">
          <ac:chgData name="Yueming Li (Biomedical Sciences)" userId="12f3b62c-acd5-4357-a314-0b860ca8b8d2" providerId="ADAL" clId="{467CACB8-0454-479D-BFA5-7C2F9675B1E3}" dt="2026-10-19T09:33:21.128" v="1289" actId="1076"/>
          <ac:picMkLst>
            <pc:docMk/>
            <pc:sldMk cId="2495312674" sldId="1413"/>
            <ac:picMk id="5" creationId="{811591F4-6E31-A181-09A4-9B1220AF3347}"/>
          </ac:picMkLst>
        </pc:picChg>
        <pc:picChg chg="add mod">
          <ac:chgData name="Yueming Li (Biomedical Sciences)" userId="12f3b62c-acd5-4357-a314-0b860ca8b8d2" providerId="ADAL" clId="{467CACB8-0454-479D-BFA5-7C2F9675B1E3}" dt="2026-10-19T09:33:22.688" v="1290" actId="1076"/>
          <ac:picMkLst>
            <pc:docMk/>
            <pc:sldMk cId="2495312674" sldId="1413"/>
            <ac:picMk id="8" creationId="{9AAFA2D7-21FD-EC79-C0AE-E4FC2AAD3727}"/>
          </ac:picMkLst>
        </pc:picChg>
      </pc:sldChg>
      <pc:sldChg chg="addSp delSp modSp new mod modNotesTx">
        <pc:chgData name="Yueming Li (Biomedical Sciences)" userId="12f3b62c-acd5-4357-a314-0b860ca8b8d2" providerId="ADAL" clId="{467CACB8-0454-479D-BFA5-7C2F9675B1E3}" dt="2026-10-21T08:41:36.404" v="2231" actId="20577"/>
        <pc:sldMkLst>
          <pc:docMk/>
          <pc:sldMk cId="1249546665" sldId="1414"/>
        </pc:sldMkLst>
        <pc:spChg chg="del">
          <ac:chgData name="Yueming Li (Biomedical Sciences)" userId="12f3b62c-acd5-4357-a314-0b860ca8b8d2" providerId="ADAL" clId="{467CACB8-0454-479D-BFA5-7C2F9675B1E3}" dt="2026-10-21T02:11:58.510" v="1375" actId="478"/>
          <ac:spMkLst>
            <pc:docMk/>
            <pc:sldMk cId="1249546665" sldId="1414"/>
            <ac:spMk id="3" creationId="{49BF5521-5982-58EF-53B1-9F81BF4E0843}"/>
          </ac:spMkLst>
        </pc:spChg>
        <pc:spChg chg="mod">
          <ac:chgData name="Yueming Li (Biomedical Sciences)" userId="12f3b62c-acd5-4357-a314-0b860ca8b8d2" providerId="ADAL" clId="{467CACB8-0454-479D-BFA5-7C2F9675B1E3}" dt="2026-10-21T02:12:20.921" v="1382" actId="113"/>
          <ac:spMkLst>
            <pc:docMk/>
            <pc:sldMk cId="1249546665" sldId="1414"/>
            <ac:spMk id="4" creationId="{BA94A941-E69F-CAAA-360A-25F51085E49E}"/>
          </ac:spMkLst>
        </pc:spChg>
        <pc:spChg chg="add mod">
          <ac:chgData name="Yueming Li (Biomedical Sciences)" userId="12f3b62c-acd5-4357-a314-0b860ca8b8d2" providerId="ADAL" clId="{467CACB8-0454-479D-BFA5-7C2F9675B1E3}" dt="2026-10-19T09:24:22.228" v="1259" actId="1076"/>
          <ac:spMkLst>
            <pc:docMk/>
            <pc:sldMk cId="1249546665" sldId="1414"/>
            <ac:spMk id="8" creationId="{A8CF7748-6F23-218D-BE2F-8145D4184407}"/>
          </ac:spMkLst>
        </pc:spChg>
        <pc:picChg chg="add mod">
          <ac:chgData name="Yueming Li (Biomedical Sciences)" userId="12f3b62c-acd5-4357-a314-0b860ca8b8d2" providerId="ADAL" clId="{467CACB8-0454-479D-BFA5-7C2F9675B1E3}" dt="2026-10-19T09:24:15.465" v="1257" actId="1076"/>
          <ac:picMkLst>
            <pc:docMk/>
            <pc:sldMk cId="1249546665" sldId="1414"/>
            <ac:picMk id="6" creationId="{4572F954-B6C3-FDD4-E6A4-3E4FBBF960B9}"/>
          </ac:picMkLst>
        </pc:picChg>
      </pc:sldChg>
      <pc:sldChg chg="addSp delSp modSp new mod modNotesTx">
        <pc:chgData name="Yueming Li (Biomedical Sciences)" userId="12f3b62c-acd5-4357-a314-0b860ca8b8d2" providerId="ADAL" clId="{467CACB8-0454-479D-BFA5-7C2F9675B1E3}" dt="2026-10-21T08:41:39.424" v="2232" actId="20577"/>
        <pc:sldMkLst>
          <pc:docMk/>
          <pc:sldMk cId="2431144400" sldId="1415"/>
        </pc:sldMkLst>
        <pc:spChg chg="mod">
          <ac:chgData name="Yueming Li (Biomedical Sciences)" userId="12f3b62c-acd5-4357-a314-0b860ca8b8d2" providerId="ADAL" clId="{467CACB8-0454-479D-BFA5-7C2F9675B1E3}" dt="2026-10-21T02:13:15.993" v="1397" actId="14100"/>
          <ac:spMkLst>
            <pc:docMk/>
            <pc:sldMk cId="2431144400" sldId="1415"/>
            <ac:spMk id="2" creationId="{8F3C140B-C7C0-8FDB-B85A-8AB7AF16DD52}"/>
          </ac:spMkLst>
        </pc:spChg>
        <pc:spChg chg="del">
          <ac:chgData name="Yueming Li (Biomedical Sciences)" userId="12f3b62c-acd5-4357-a314-0b860ca8b8d2" providerId="ADAL" clId="{467CACB8-0454-479D-BFA5-7C2F9675B1E3}" dt="2026-10-21T02:12:29.828" v="1383" actId="478"/>
          <ac:spMkLst>
            <pc:docMk/>
            <pc:sldMk cId="2431144400" sldId="1415"/>
            <ac:spMk id="3" creationId="{38B3C9A6-6246-CB97-7FDF-F74989E6E795}"/>
          </ac:spMkLst>
        </pc:spChg>
        <pc:spChg chg="mod">
          <ac:chgData name="Yueming Li (Biomedical Sciences)" userId="12f3b62c-acd5-4357-a314-0b860ca8b8d2" providerId="ADAL" clId="{467CACB8-0454-479D-BFA5-7C2F9675B1E3}" dt="2026-10-21T02:12:49.664" v="1391" actId="113"/>
          <ac:spMkLst>
            <pc:docMk/>
            <pc:sldMk cId="2431144400" sldId="1415"/>
            <ac:spMk id="4" creationId="{64B21EF9-0DCD-33C8-9B25-A541D521D6BE}"/>
          </ac:spMkLst>
        </pc:spChg>
        <pc:picChg chg="add mod">
          <ac:chgData name="Yueming Li (Biomedical Sciences)" userId="12f3b62c-acd5-4357-a314-0b860ca8b8d2" providerId="ADAL" clId="{467CACB8-0454-479D-BFA5-7C2F9675B1E3}" dt="2026-10-21T02:13:19.689" v="1399" actId="1076"/>
          <ac:picMkLst>
            <pc:docMk/>
            <pc:sldMk cId="2431144400" sldId="1415"/>
            <ac:picMk id="6" creationId="{F0E96E15-C6E0-EC79-DC33-2A7B95D79A72}"/>
          </ac:picMkLst>
        </pc:picChg>
      </pc:sldChg>
      <pc:sldChg chg="delSp modSp new mod modNotesTx">
        <pc:chgData name="Yueming Li (Biomedical Sciences)" userId="12f3b62c-acd5-4357-a314-0b860ca8b8d2" providerId="ADAL" clId="{467CACB8-0454-479D-BFA5-7C2F9675B1E3}" dt="2026-10-21T08:41:41.988" v="2233" actId="20577"/>
        <pc:sldMkLst>
          <pc:docMk/>
          <pc:sldMk cId="2564930269" sldId="1416"/>
        </pc:sldMkLst>
        <pc:spChg chg="mod">
          <ac:chgData name="Yueming Li (Biomedical Sciences)" userId="12f3b62c-acd5-4357-a314-0b860ca8b8d2" providerId="ADAL" clId="{467CACB8-0454-479D-BFA5-7C2F9675B1E3}" dt="2026-10-21T02:13:10.712" v="1396" actId="14100"/>
          <ac:spMkLst>
            <pc:docMk/>
            <pc:sldMk cId="2564930269" sldId="1416"/>
            <ac:spMk id="2" creationId="{1356D84C-62B7-C935-F841-1916B278A542}"/>
          </ac:spMkLst>
        </pc:spChg>
        <pc:spChg chg="del">
          <ac:chgData name="Yueming Li (Biomedical Sciences)" userId="12f3b62c-acd5-4357-a314-0b860ca8b8d2" providerId="ADAL" clId="{467CACB8-0454-479D-BFA5-7C2F9675B1E3}" dt="2026-10-21T02:13:00.256" v="1392" actId="478"/>
          <ac:spMkLst>
            <pc:docMk/>
            <pc:sldMk cId="2564930269" sldId="1416"/>
            <ac:spMk id="3" creationId="{D7160947-942C-D3C3-ECF1-B15E0ABC26E0}"/>
          </ac:spMkLst>
        </pc:spChg>
        <pc:spChg chg="mod">
          <ac:chgData name="Yueming Li (Biomedical Sciences)" userId="12f3b62c-acd5-4357-a314-0b860ca8b8d2" providerId="ADAL" clId="{467CACB8-0454-479D-BFA5-7C2F9675B1E3}" dt="2026-10-21T02:14:18.154" v="1409" actId="20577"/>
          <ac:spMkLst>
            <pc:docMk/>
            <pc:sldMk cId="2564930269" sldId="1416"/>
            <ac:spMk id="5" creationId="{D597500D-41B6-D493-0D66-939F3F0EBE3A}"/>
          </ac:spMkLst>
        </pc:spChg>
        <pc:picChg chg="mod">
          <ac:chgData name="Yueming Li (Biomedical Sciences)" userId="12f3b62c-acd5-4357-a314-0b860ca8b8d2" providerId="ADAL" clId="{467CACB8-0454-479D-BFA5-7C2F9675B1E3}" dt="2026-10-21T02:13:07.225" v="1395" actId="1076"/>
          <ac:picMkLst>
            <pc:docMk/>
            <pc:sldMk cId="2564930269" sldId="1416"/>
            <ac:picMk id="4" creationId="{9A8B736F-131A-906B-70D9-120D5A1E0FD8}"/>
          </ac:picMkLst>
        </pc:picChg>
      </pc:sldChg>
      <pc:sldChg chg="addSp delSp modSp new mod modNotesTx">
        <pc:chgData name="Yueming Li (Biomedical Sciences)" userId="12f3b62c-acd5-4357-a314-0b860ca8b8d2" providerId="ADAL" clId="{467CACB8-0454-479D-BFA5-7C2F9675B1E3}" dt="2026-10-21T08:41:45.342" v="2234" actId="20577"/>
        <pc:sldMkLst>
          <pc:docMk/>
          <pc:sldMk cId="3268531404" sldId="1417"/>
        </pc:sldMkLst>
        <pc:spChg chg="del">
          <ac:chgData name="Yueming Li (Biomedical Sciences)" userId="12f3b62c-acd5-4357-a314-0b860ca8b8d2" providerId="ADAL" clId="{467CACB8-0454-479D-BFA5-7C2F9675B1E3}" dt="2026-10-21T02:14:53.843" v="1417" actId="478"/>
          <ac:spMkLst>
            <pc:docMk/>
            <pc:sldMk cId="3268531404" sldId="1417"/>
            <ac:spMk id="3" creationId="{E5B2DC51-A419-1EC9-4F42-AF32B92FBF2C}"/>
          </ac:spMkLst>
        </pc:spChg>
        <pc:spChg chg="mod">
          <ac:chgData name="Yueming Li (Biomedical Sciences)" userId="12f3b62c-acd5-4357-a314-0b860ca8b8d2" providerId="ADAL" clId="{467CACB8-0454-479D-BFA5-7C2F9675B1E3}" dt="2026-10-21T08:09:58.426" v="1937" actId="113"/>
          <ac:spMkLst>
            <pc:docMk/>
            <pc:sldMk cId="3268531404" sldId="1417"/>
            <ac:spMk id="4" creationId="{ADC15DDF-B345-6F62-C9C2-96175F7C0593}"/>
          </ac:spMkLst>
        </pc:spChg>
        <pc:spChg chg="add mod">
          <ac:chgData name="Yueming Li (Biomedical Sciences)" userId="12f3b62c-acd5-4357-a314-0b860ca8b8d2" providerId="ADAL" clId="{467CACB8-0454-479D-BFA5-7C2F9675B1E3}" dt="2026-10-21T02:15:55.615" v="1434" actId="1076"/>
          <ac:spMkLst>
            <pc:docMk/>
            <pc:sldMk cId="3268531404" sldId="1417"/>
            <ac:spMk id="10" creationId="{C32B1DFF-3CF2-A35E-ADE8-7F01FDFF754A}"/>
          </ac:spMkLst>
        </pc:spChg>
        <pc:picChg chg="add del mod">
          <ac:chgData name="Yueming Li (Biomedical Sciences)" userId="12f3b62c-acd5-4357-a314-0b860ca8b8d2" providerId="ADAL" clId="{467CACB8-0454-479D-BFA5-7C2F9675B1E3}" dt="2026-10-20T08:40:09.954" v="1318" actId="478"/>
          <ac:picMkLst>
            <pc:docMk/>
            <pc:sldMk cId="3268531404" sldId="1417"/>
            <ac:picMk id="6" creationId="{34601DC0-5EC6-A31B-EC21-177043FB9E66}"/>
          </ac:picMkLst>
        </pc:picChg>
        <pc:picChg chg="add mod">
          <ac:chgData name="Yueming Li (Biomedical Sciences)" userId="12f3b62c-acd5-4357-a314-0b860ca8b8d2" providerId="ADAL" clId="{467CACB8-0454-479D-BFA5-7C2F9675B1E3}" dt="2026-10-21T08:09:00.506" v="1916" actId="1076"/>
          <ac:picMkLst>
            <pc:docMk/>
            <pc:sldMk cId="3268531404" sldId="1417"/>
            <ac:picMk id="8" creationId="{B5D71B21-C2A5-10E4-154A-A5453E9E2938}"/>
          </ac:picMkLst>
        </pc:picChg>
      </pc:sldChg>
      <pc:sldChg chg="addSp delSp modSp mod modNotesTx">
        <pc:chgData name="Yueming Li (Biomedical Sciences)" userId="12f3b62c-acd5-4357-a314-0b860ca8b8d2" providerId="ADAL" clId="{467CACB8-0454-479D-BFA5-7C2F9675B1E3}" dt="2026-10-21T08:41:50.446" v="2235" actId="20577"/>
        <pc:sldMkLst>
          <pc:docMk/>
          <pc:sldMk cId="2046347219" sldId="1418"/>
        </pc:sldMkLst>
        <pc:spChg chg="mod">
          <ac:chgData name="Yueming Li (Biomedical Sciences)" userId="12f3b62c-acd5-4357-a314-0b860ca8b8d2" providerId="ADAL" clId="{467CACB8-0454-479D-BFA5-7C2F9675B1E3}" dt="2026-10-21T02:16:05.860" v="1436" actId="14100"/>
          <ac:spMkLst>
            <pc:docMk/>
            <pc:sldMk cId="2046347219" sldId="1418"/>
            <ac:spMk id="2" creationId="{E7032416-5C97-8EE9-71E0-D765D2DFA859}"/>
          </ac:spMkLst>
        </pc:spChg>
        <pc:spChg chg="del">
          <ac:chgData name="Yueming Li (Biomedical Sciences)" userId="12f3b62c-acd5-4357-a314-0b860ca8b8d2" providerId="ADAL" clId="{467CACB8-0454-479D-BFA5-7C2F9675B1E3}" dt="2026-10-21T02:15:59.271" v="1435" actId="478"/>
          <ac:spMkLst>
            <pc:docMk/>
            <pc:sldMk cId="2046347219" sldId="1418"/>
            <ac:spMk id="3" creationId="{3CF029E5-B17C-DEA8-4465-1B13CD15183F}"/>
          </ac:spMkLst>
        </pc:spChg>
        <pc:spChg chg="mod">
          <ac:chgData name="Yueming Li (Biomedical Sciences)" userId="12f3b62c-acd5-4357-a314-0b860ca8b8d2" providerId="ADAL" clId="{467CACB8-0454-479D-BFA5-7C2F9675B1E3}" dt="2026-10-21T02:16:19.883" v="1442" actId="1076"/>
          <ac:spMkLst>
            <pc:docMk/>
            <pc:sldMk cId="2046347219" sldId="1418"/>
            <ac:spMk id="4" creationId="{68B7A34E-3128-763F-71B1-1F3E511346CA}"/>
          </ac:spMkLst>
        </pc:spChg>
        <pc:spChg chg="mod">
          <ac:chgData name="Yueming Li (Biomedical Sciences)" userId="12f3b62c-acd5-4357-a314-0b860ca8b8d2" providerId="ADAL" clId="{467CACB8-0454-479D-BFA5-7C2F9675B1E3}" dt="2026-10-21T02:17:01.763" v="1452" actId="1076"/>
          <ac:spMkLst>
            <pc:docMk/>
            <pc:sldMk cId="2046347219" sldId="1418"/>
            <ac:spMk id="6" creationId="{1F0FF6D8-C4B1-1BA7-7E41-BE777121B21E}"/>
          </ac:spMkLst>
        </pc:spChg>
        <pc:picChg chg="mod">
          <ac:chgData name="Yueming Li (Biomedical Sciences)" userId="12f3b62c-acd5-4357-a314-0b860ca8b8d2" providerId="ADAL" clId="{467CACB8-0454-479D-BFA5-7C2F9675B1E3}" dt="2026-10-21T02:16:24.360" v="1444" actId="1076"/>
          <ac:picMkLst>
            <pc:docMk/>
            <pc:sldMk cId="2046347219" sldId="1418"/>
            <ac:picMk id="5" creationId="{D8C291CF-3FF3-2CC1-FF9F-A1B450398945}"/>
          </ac:picMkLst>
        </pc:picChg>
        <pc:picChg chg="add mod">
          <ac:chgData name="Yueming Li (Biomedical Sciences)" userId="12f3b62c-acd5-4357-a314-0b860ca8b8d2" providerId="ADAL" clId="{467CACB8-0454-479D-BFA5-7C2F9675B1E3}" dt="2026-10-21T02:16:40.761" v="1450" actId="1076"/>
          <ac:picMkLst>
            <pc:docMk/>
            <pc:sldMk cId="2046347219" sldId="1418"/>
            <ac:picMk id="7" creationId="{4F6C0701-8A55-BB3E-D899-AC98C82C51E0}"/>
          </ac:picMkLst>
        </pc:picChg>
      </pc:sldChg>
      <pc:sldChg chg="addSp delSp modSp mod modNotesTx">
        <pc:chgData name="Yueming Li (Biomedical Sciences)" userId="12f3b62c-acd5-4357-a314-0b860ca8b8d2" providerId="ADAL" clId="{467CACB8-0454-479D-BFA5-7C2F9675B1E3}" dt="2026-10-21T08:41:53.204" v="2236" actId="20577"/>
        <pc:sldMkLst>
          <pc:docMk/>
          <pc:sldMk cId="1484992182" sldId="1419"/>
        </pc:sldMkLst>
        <pc:spChg chg="del">
          <ac:chgData name="Yueming Li (Biomedical Sciences)" userId="12f3b62c-acd5-4357-a314-0b860ca8b8d2" providerId="ADAL" clId="{467CACB8-0454-479D-BFA5-7C2F9675B1E3}" dt="2026-10-21T02:14:25.029" v="1410" actId="478"/>
          <ac:spMkLst>
            <pc:docMk/>
            <pc:sldMk cId="1484992182" sldId="1419"/>
            <ac:spMk id="3" creationId="{B3E83889-D176-FFE8-5349-1277B5778C86}"/>
          </ac:spMkLst>
        </pc:spChg>
        <pc:spChg chg="mod">
          <ac:chgData name="Yueming Li (Biomedical Sciences)" userId="12f3b62c-acd5-4357-a314-0b860ca8b8d2" providerId="ADAL" clId="{467CACB8-0454-479D-BFA5-7C2F9675B1E3}" dt="2026-10-21T02:20:34.267" v="1515" actId="20577"/>
          <ac:spMkLst>
            <pc:docMk/>
            <pc:sldMk cId="1484992182" sldId="1419"/>
            <ac:spMk id="4" creationId="{B34556B6-6923-C5A3-0E3B-56D214CDCFD1}"/>
          </ac:spMkLst>
        </pc:spChg>
        <pc:spChg chg="add del mod">
          <ac:chgData name="Yueming Li (Biomedical Sciences)" userId="12f3b62c-acd5-4357-a314-0b860ca8b8d2" providerId="ADAL" clId="{467CACB8-0454-479D-BFA5-7C2F9675B1E3}" dt="2026-10-21T02:18:17.454" v="1456" actId="478"/>
          <ac:spMkLst>
            <pc:docMk/>
            <pc:sldMk cId="1484992182" sldId="1419"/>
            <ac:spMk id="6" creationId="{C1FC2305-FA5C-44E8-E5DA-1B625F509AD6}"/>
          </ac:spMkLst>
        </pc:spChg>
        <pc:spChg chg="add mod">
          <ac:chgData name="Yueming Li (Biomedical Sciences)" userId="12f3b62c-acd5-4357-a314-0b860ca8b8d2" providerId="ADAL" clId="{467CACB8-0454-479D-BFA5-7C2F9675B1E3}" dt="2026-10-21T02:20:40.244" v="1518" actId="1076"/>
          <ac:spMkLst>
            <pc:docMk/>
            <pc:sldMk cId="1484992182" sldId="1419"/>
            <ac:spMk id="8" creationId="{3E341146-6CF1-21FD-EAB7-9704C35F5C91}"/>
          </ac:spMkLst>
        </pc:spChg>
      </pc:sldChg>
      <pc:sldChg chg="addSp delSp modSp mod modNotesTx">
        <pc:chgData name="Yueming Li (Biomedical Sciences)" userId="12f3b62c-acd5-4357-a314-0b860ca8b8d2" providerId="ADAL" clId="{467CACB8-0454-479D-BFA5-7C2F9675B1E3}" dt="2026-10-21T08:41:56.515" v="2237" actId="20577"/>
        <pc:sldMkLst>
          <pc:docMk/>
          <pc:sldMk cId="3112511912" sldId="1420"/>
        </pc:sldMkLst>
        <pc:spChg chg="mod">
          <ac:chgData name="Yueming Li (Biomedical Sciences)" userId="12f3b62c-acd5-4357-a314-0b860ca8b8d2" providerId="ADAL" clId="{467CACB8-0454-479D-BFA5-7C2F9675B1E3}" dt="2026-10-21T02:19:04.934" v="1493" actId="20577"/>
          <ac:spMkLst>
            <pc:docMk/>
            <pc:sldMk cId="3112511912" sldId="1420"/>
            <ac:spMk id="2" creationId="{7E5A6BCE-2E6E-9ADC-828B-1944FE9956F9}"/>
          </ac:spMkLst>
        </pc:spChg>
        <pc:spChg chg="del">
          <ac:chgData name="Yueming Li (Biomedical Sciences)" userId="12f3b62c-acd5-4357-a314-0b860ca8b8d2" providerId="ADAL" clId="{467CACB8-0454-479D-BFA5-7C2F9675B1E3}" dt="2026-10-21T02:18:25.229" v="1458" actId="478"/>
          <ac:spMkLst>
            <pc:docMk/>
            <pc:sldMk cId="3112511912" sldId="1420"/>
            <ac:spMk id="3" creationId="{94E6863B-A0D5-7D7F-0371-8B674C2BA614}"/>
          </ac:spMkLst>
        </pc:spChg>
        <pc:spChg chg="mod">
          <ac:chgData name="Yueming Li (Biomedical Sciences)" userId="12f3b62c-acd5-4357-a314-0b860ca8b8d2" providerId="ADAL" clId="{467CACB8-0454-479D-BFA5-7C2F9675B1E3}" dt="2026-10-21T02:19:21.267" v="1497" actId="113"/>
          <ac:spMkLst>
            <pc:docMk/>
            <pc:sldMk cId="3112511912" sldId="1420"/>
            <ac:spMk id="4" creationId="{C536B4F5-D06D-C81A-8A9F-C5F07651453B}"/>
          </ac:spMkLst>
        </pc:spChg>
        <pc:picChg chg="add mod">
          <ac:chgData name="Yueming Li (Biomedical Sciences)" userId="12f3b62c-acd5-4357-a314-0b860ca8b8d2" providerId="ADAL" clId="{467CACB8-0454-479D-BFA5-7C2F9675B1E3}" dt="2026-10-21T08:27:45.227" v="2069" actId="1076"/>
          <ac:picMkLst>
            <pc:docMk/>
            <pc:sldMk cId="3112511912" sldId="1420"/>
            <ac:picMk id="6" creationId="{2F225879-F6A2-37E2-F0C0-12BF888B8082}"/>
          </ac:picMkLst>
        </pc:picChg>
      </pc:sldChg>
      <pc:sldChg chg="addSp delSp modSp mod modNotesTx">
        <pc:chgData name="Yueming Li (Biomedical Sciences)" userId="12f3b62c-acd5-4357-a314-0b860ca8b8d2" providerId="ADAL" clId="{467CACB8-0454-479D-BFA5-7C2F9675B1E3}" dt="2026-10-21T08:41:59.071" v="2238" actId="20577"/>
        <pc:sldMkLst>
          <pc:docMk/>
          <pc:sldMk cId="3713528563" sldId="1421"/>
        </pc:sldMkLst>
        <pc:spChg chg="mod">
          <ac:chgData name="Yueming Li (Biomedical Sciences)" userId="12f3b62c-acd5-4357-a314-0b860ca8b8d2" providerId="ADAL" clId="{467CACB8-0454-479D-BFA5-7C2F9675B1E3}" dt="2026-10-21T02:19:43.077" v="1505" actId="20577"/>
          <ac:spMkLst>
            <pc:docMk/>
            <pc:sldMk cId="3713528563" sldId="1421"/>
            <ac:spMk id="2" creationId="{A1257956-3669-FBE2-935F-AFA40407A218}"/>
          </ac:spMkLst>
        </pc:spChg>
        <pc:spChg chg="del">
          <ac:chgData name="Yueming Li (Biomedical Sciences)" userId="12f3b62c-acd5-4357-a314-0b860ca8b8d2" providerId="ADAL" clId="{467CACB8-0454-479D-BFA5-7C2F9675B1E3}" dt="2026-10-21T02:19:25.128" v="1498" actId="478"/>
          <ac:spMkLst>
            <pc:docMk/>
            <pc:sldMk cId="3713528563" sldId="1421"/>
            <ac:spMk id="3" creationId="{33A31059-9185-E2ED-A8D7-428F7ED141B1}"/>
          </ac:spMkLst>
        </pc:spChg>
        <pc:spChg chg="mod">
          <ac:chgData name="Yueming Li (Biomedical Sciences)" userId="12f3b62c-acd5-4357-a314-0b860ca8b8d2" providerId="ADAL" clId="{467CACB8-0454-479D-BFA5-7C2F9675B1E3}" dt="2026-10-21T02:19:57.235" v="1509" actId="113"/>
          <ac:spMkLst>
            <pc:docMk/>
            <pc:sldMk cId="3713528563" sldId="1421"/>
            <ac:spMk id="4" creationId="{AB0C4707-8791-0717-C019-05405CCFF617}"/>
          </ac:spMkLst>
        </pc:spChg>
        <pc:picChg chg="add mod">
          <ac:chgData name="Yueming Li (Biomedical Sciences)" userId="12f3b62c-acd5-4357-a314-0b860ca8b8d2" providerId="ADAL" clId="{467CACB8-0454-479D-BFA5-7C2F9675B1E3}" dt="2026-10-21T02:19:26.881" v="1499" actId="1076"/>
          <ac:picMkLst>
            <pc:docMk/>
            <pc:sldMk cId="3713528563" sldId="1421"/>
            <ac:picMk id="6" creationId="{06ABBD43-6368-AA1B-0026-3BCECD2B3B35}"/>
          </ac:picMkLst>
        </pc:picChg>
      </pc:sldChg>
      <pc:sldChg chg="addSp delSp modSp mod modNotesTx">
        <pc:chgData name="Yueming Li (Biomedical Sciences)" userId="12f3b62c-acd5-4357-a314-0b860ca8b8d2" providerId="ADAL" clId="{467CACB8-0454-479D-BFA5-7C2F9675B1E3}" dt="2026-10-21T08:42:01.718" v="2239" actId="20577"/>
        <pc:sldMkLst>
          <pc:docMk/>
          <pc:sldMk cId="1570441447" sldId="1422"/>
        </pc:sldMkLst>
        <pc:spChg chg="del">
          <ac:chgData name="Yueming Li (Biomedical Sciences)" userId="12f3b62c-acd5-4357-a314-0b860ca8b8d2" providerId="ADAL" clId="{467CACB8-0454-479D-BFA5-7C2F9675B1E3}" dt="2026-10-20T08:50:27.104" v="1337" actId="478"/>
          <ac:spMkLst>
            <pc:docMk/>
            <pc:sldMk cId="1570441447" sldId="1422"/>
            <ac:spMk id="2" creationId="{17ECF874-E440-88BD-3FCD-C97EE1A02926}"/>
          </ac:spMkLst>
        </pc:spChg>
        <pc:spChg chg="del">
          <ac:chgData name="Yueming Li (Biomedical Sciences)" userId="12f3b62c-acd5-4357-a314-0b860ca8b8d2" providerId="ADAL" clId="{467CACB8-0454-479D-BFA5-7C2F9675B1E3}" dt="2026-10-20T08:50:31.404" v="1339" actId="478"/>
          <ac:spMkLst>
            <pc:docMk/>
            <pc:sldMk cId="1570441447" sldId="1422"/>
            <ac:spMk id="3" creationId="{5964D6A8-F0C4-6ED5-570A-F569AD25EB99}"/>
          </ac:spMkLst>
        </pc:spChg>
        <pc:spChg chg="add del mod">
          <ac:chgData name="Yueming Li (Biomedical Sciences)" userId="12f3b62c-acd5-4357-a314-0b860ca8b8d2" providerId="ADAL" clId="{467CACB8-0454-479D-BFA5-7C2F9675B1E3}" dt="2026-10-20T08:50:34.483" v="1340" actId="1076"/>
          <ac:spMkLst>
            <pc:docMk/>
            <pc:sldMk cId="1570441447" sldId="1422"/>
            <ac:spMk id="5" creationId="{048F80F4-31EA-E491-475A-6E0853C91024}"/>
          </ac:spMkLst>
        </pc:spChg>
        <pc:spChg chg="add del mod">
          <ac:chgData name="Yueming Li (Biomedical Sciences)" userId="12f3b62c-acd5-4357-a314-0b860ca8b8d2" providerId="ADAL" clId="{467CACB8-0454-479D-BFA5-7C2F9675B1E3}" dt="2026-10-20T08:50:48.237" v="1346" actId="478"/>
          <ac:spMkLst>
            <pc:docMk/>
            <pc:sldMk cId="1570441447" sldId="1422"/>
            <ac:spMk id="6" creationId="{9F7583CE-3F79-66CB-53A4-F01FF718309E}"/>
          </ac:spMkLst>
        </pc:spChg>
        <pc:spChg chg="add del mod">
          <ac:chgData name="Yueming Li (Biomedical Sciences)" userId="12f3b62c-acd5-4357-a314-0b860ca8b8d2" providerId="ADAL" clId="{467CACB8-0454-479D-BFA5-7C2F9675B1E3}" dt="2026-10-20T08:50:29.675" v="1338" actId="478"/>
          <ac:spMkLst>
            <pc:docMk/>
            <pc:sldMk cId="1570441447" sldId="1422"/>
            <ac:spMk id="10" creationId="{CF00C074-2255-0441-4D2A-803444B751A7}"/>
          </ac:spMkLst>
        </pc:spChg>
        <pc:spChg chg="add mod">
          <ac:chgData name="Yueming Li (Biomedical Sciences)" userId="12f3b62c-acd5-4357-a314-0b860ca8b8d2" providerId="ADAL" clId="{467CACB8-0454-479D-BFA5-7C2F9675B1E3}" dt="2026-10-20T08:50:42.204" v="1341"/>
          <ac:spMkLst>
            <pc:docMk/>
            <pc:sldMk cId="1570441447" sldId="1422"/>
            <ac:spMk id="12" creationId="{7EF86635-9CA5-7F8D-657F-8EF75F13431C}"/>
          </ac:spMkLst>
        </pc:spChg>
        <pc:picChg chg="add del mod">
          <ac:chgData name="Yueming Li (Biomedical Sciences)" userId="12f3b62c-acd5-4357-a314-0b860ca8b8d2" providerId="ADAL" clId="{467CACB8-0454-479D-BFA5-7C2F9675B1E3}" dt="2026-10-20T08:50:46.363" v="1344" actId="478"/>
          <ac:picMkLst>
            <pc:docMk/>
            <pc:sldMk cId="1570441447" sldId="1422"/>
            <ac:picMk id="4" creationId="{A7BE33D6-5F44-CF9D-B1DD-04AAD9DFF539}"/>
          </ac:picMkLst>
        </pc:picChg>
        <pc:picChg chg="add del mod">
          <ac:chgData name="Yueming Li (Biomedical Sciences)" userId="12f3b62c-acd5-4357-a314-0b860ca8b8d2" providerId="ADAL" clId="{467CACB8-0454-479D-BFA5-7C2F9675B1E3}" dt="2026-10-20T08:50:19.420" v="1336" actId="478"/>
          <ac:picMkLst>
            <pc:docMk/>
            <pc:sldMk cId="1570441447" sldId="1422"/>
            <ac:picMk id="8" creationId="{D3BF82CA-1DBA-9AC1-4A27-9E5F6C58973B}"/>
          </ac:picMkLst>
        </pc:picChg>
        <pc:picChg chg="add mod">
          <ac:chgData name="Yueming Li (Biomedical Sciences)" userId="12f3b62c-acd5-4357-a314-0b860ca8b8d2" providerId="ADAL" clId="{467CACB8-0454-479D-BFA5-7C2F9675B1E3}" dt="2026-10-20T08:50:42.204" v="1341"/>
          <ac:picMkLst>
            <pc:docMk/>
            <pc:sldMk cId="1570441447" sldId="1422"/>
            <ac:picMk id="11" creationId="{64129906-30D7-BDE5-9721-E39D47229C9E}"/>
          </ac:picMkLst>
        </pc:picChg>
        <pc:picChg chg="add mod">
          <ac:chgData name="Yueming Li (Biomedical Sciences)" userId="12f3b62c-acd5-4357-a314-0b860ca8b8d2" providerId="ADAL" clId="{467CACB8-0454-479D-BFA5-7C2F9675B1E3}" dt="2026-10-20T08:51:04.354" v="1352" actId="1076"/>
          <ac:picMkLst>
            <pc:docMk/>
            <pc:sldMk cId="1570441447" sldId="1422"/>
            <ac:picMk id="15" creationId="{ABA94361-980F-D239-05AA-84F0C7DDB29C}"/>
          </ac:picMkLst>
        </pc:picChg>
        <pc:cxnChg chg="add del mod">
          <ac:chgData name="Yueming Li (Biomedical Sciences)" userId="12f3b62c-acd5-4357-a314-0b860ca8b8d2" providerId="ADAL" clId="{467CACB8-0454-479D-BFA5-7C2F9675B1E3}" dt="2026-10-20T08:50:52.121" v="1348" actId="478"/>
          <ac:cxnSpMkLst>
            <pc:docMk/>
            <pc:sldMk cId="1570441447" sldId="1422"/>
            <ac:cxnSpMk id="7" creationId="{578627F5-A39E-8AC7-5D3F-69C26B490C4A}"/>
          </ac:cxnSpMkLst>
        </pc:cxnChg>
        <pc:cxnChg chg="add mod">
          <ac:chgData name="Yueming Li (Biomedical Sciences)" userId="12f3b62c-acd5-4357-a314-0b860ca8b8d2" providerId="ADAL" clId="{467CACB8-0454-479D-BFA5-7C2F9675B1E3}" dt="2026-10-20T08:50:42.204" v="1341"/>
          <ac:cxnSpMkLst>
            <pc:docMk/>
            <pc:sldMk cId="1570441447" sldId="1422"/>
            <ac:cxnSpMk id="13" creationId="{69A1C6CF-5367-6084-1CC1-581CC94CF18C}"/>
          </ac:cxnSpMkLst>
        </pc:cxnChg>
      </pc:sldChg>
      <pc:sldChg chg="del">
        <pc:chgData name="Yueming Li (Biomedical Sciences)" userId="12f3b62c-acd5-4357-a314-0b860ca8b8d2" providerId="ADAL" clId="{467CACB8-0454-479D-BFA5-7C2F9675B1E3}" dt="2026-10-21T08:43:06.851" v="2240" actId="47"/>
        <pc:sldMkLst>
          <pc:docMk/>
          <pc:sldMk cId="281065603" sldId="1423"/>
        </pc:sldMkLst>
      </pc:sldChg>
      <pc:sldChg chg="del">
        <pc:chgData name="Yueming Li (Biomedical Sciences)" userId="12f3b62c-acd5-4357-a314-0b860ca8b8d2" providerId="ADAL" clId="{467CACB8-0454-479D-BFA5-7C2F9675B1E3}" dt="2026-10-21T08:43:12.588" v="2246" actId="47"/>
        <pc:sldMkLst>
          <pc:docMk/>
          <pc:sldMk cId="729583258" sldId="1424"/>
        </pc:sldMkLst>
      </pc:sldChg>
      <pc:sldChg chg="del">
        <pc:chgData name="Yueming Li (Biomedical Sciences)" userId="12f3b62c-acd5-4357-a314-0b860ca8b8d2" providerId="ADAL" clId="{467CACB8-0454-479D-BFA5-7C2F9675B1E3}" dt="2026-10-21T08:43:11.538" v="2245" actId="47"/>
        <pc:sldMkLst>
          <pc:docMk/>
          <pc:sldMk cId="2191653101" sldId="1425"/>
        </pc:sldMkLst>
      </pc:sldChg>
      <pc:sldChg chg="del">
        <pc:chgData name="Yueming Li (Biomedical Sciences)" userId="12f3b62c-acd5-4357-a314-0b860ca8b8d2" providerId="ADAL" clId="{467CACB8-0454-479D-BFA5-7C2F9675B1E3}" dt="2026-10-21T08:43:10.971" v="2244" actId="47"/>
        <pc:sldMkLst>
          <pc:docMk/>
          <pc:sldMk cId="4264241989" sldId="1426"/>
        </pc:sldMkLst>
      </pc:sldChg>
      <pc:sldChg chg="del">
        <pc:chgData name="Yueming Li (Biomedical Sciences)" userId="12f3b62c-acd5-4357-a314-0b860ca8b8d2" providerId="ADAL" clId="{467CACB8-0454-479D-BFA5-7C2F9675B1E3}" dt="2026-10-21T08:43:10.301" v="2243" actId="47"/>
        <pc:sldMkLst>
          <pc:docMk/>
          <pc:sldMk cId="4178060681" sldId="1427"/>
        </pc:sldMkLst>
      </pc:sldChg>
      <pc:sldChg chg="del">
        <pc:chgData name="Yueming Li (Biomedical Sciences)" userId="12f3b62c-acd5-4357-a314-0b860ca8b8d2" providerId="ADAL" clId="{467CACB8-0454-479D-BFA5-7C2F9675B1E3}" dt="2026-10-21T08:43:09.224" v="2241" actId="47"/>
        <pc:sldMkLst>
          <pc:docMk/>
          <pc:sldMk cId="1839550774" sldId="1428"/>
        </pc:sldMkLst>
      </pc:sldChg>
      <pc:sldChg chg="addSp delSp modSp new mod">
        <pc:chgData name="Yueming Li (Biomedical Sciences)" userId="12f3b62c-acd5-4357-a314-0b860ca8b8d2" providerId="ADAL" clId="{467CACB8-0454-479D-BFA5-7C2F9675B1E3}" dt="2026-10-21T02:08:39.436" v="1374" actId="1076"/>
        <pc:sldMkLst>
          <pc:docMk/>
          <pc:sldMk cId="2751565082" sldId="1429"/>
        </pc:sldMkLst>
        <pc:spChg chg="mod">
          <ac:chgData name="Yueming Li (Biomedical Sciences)" userId="12f3b62c-acd5-4357-a314-0b860ca8b8d2" providerId="ADAL" clId="{467CACB8-0454-479D-BFA5-7C2F9675B1E3}" dt="2026-10-21T02:07:52.123" v="1355"/>
          <ac:spMkLst>
            <pc:docMk/>
            <pc:sldMk cId="2751565082" sldId="1429"/>
            <ac:spMk id="2" creationId="{79287E2E-EEB4-30DD-3274-9746A7A6AF6A}"/>
          </ac:spMkLst>
        </pc:spChg>
        <pc:spChg chg="del">
          <ac:chgData name="Yueming Li (Biomedical Sciences)" userId="12f3b62c-acd5-4357-a314-0b860ca8b8d2" providerId="ADAL" clId="{467CACB8-0454-479D-BFA5-7C2F9675B1E3}" dt="2026-10-21T02:07:55.694" v="1356" actId="478"/>
          <ac:spMkLst>
            <pc:docMk/>
            <pc:sldMk cId="2751565082" sldId="1429"/>
            <ac:spMk id="3" creationId="{48EB6AD8-5DE3-B365-9434-F0B1AFA75E4E}"/>
          </ac:spMkLst>
        </pc:spChg>
        <pc:spChg chg="add mod">
          <ac:chgData name="Yueming Li (Biomedical Sciences)" userId="12f3b62c-acd5-4357-a314-0b860ca8b8d2" providerId="ADAL" clId="{467CACB8-0454-479D-BFA5-7C2F9675B1E3}" dt="2026-10-21T02:08:39.436" v="1374" actId="1076"/>
          <ac:spMkLst>
            <pc:docMk/>
            <pc:sldMk cId="2751565082" sldId="1429"/>
            <ac:spMk id="5" creationId="{77DB1D81-6F8E-674B-AEDC-09FA474763AB}"/>
          </ac:spMkLst>
        </pc:spChg>
      </pc:sldChg>
    </pc:docChg>
  </pc:docChgLst>
  <pc:docChgLst>
    <pc:chgData name="Yueming Li (Biomedical Sciences)" userId="S::y.li.43@bham.ac.uk::12f3b62c-acd5-4357-a314-0b860ca8b8d2" providerId="AD" clId="Web-{5A044763-B469-13B7-D112-9D1ABC71F99E}"/>
    <pc:docChg chg="modSld">
      <pc:chgData name="Yueming Li (Biomedical Sciences)" userId="S::y.li.43@bham.ac.uk::12f3b62c-acd5-4357-a314-0b860ca8b8d2" providerId="AD" clId="Web-{5A044763-B469-13B7-D112-9D1ABC71F99E}" dt="2026-10-19T08:02:32.277" v="26" actId="20577"/>
      <pc:docMkLst>
        <pc:docMk/>
      </pc:docMkLst>
      <pc:sldChg chg="addSp modSp modNotes">
        <pc:chgData name="Yueming Li (Biomedical Sciences)" userId="S::y.li.43@bham.ac.uk::12f3b62c-acd5-4357-a314-0b860ca8b8d2" providerId="AD" clId="Web-{5A044763-B469-13B7-D112-9D1ABC71F99E}" dt="2026-10-19T05:32:46.625" v="7"/>
        <pc:sldMkLst>
          <pc:docMk/>
          <pc:sldMk cId="372905409" sldId="1405"/>
        </pc:sldMkLst>
        <pc:spChg chg="add mod">
          <ac:chgData name="Yueming Li (Biomedical Sciences)" userId="S::y.li.43@bham.ac.uk::12f3b62c-acd5-4357-a314-0b860ca8b8d2" providerId="AD" clId="Web-{5A044763-B469-13B7-D112-9D1ABC71F99E}" dt="2026-10-19T05:31:11.952" v="5" actId="1076"/>
          <ac:spMkLst>
            <pc:docMk/>
            <pc:sldMk cId="372905409" sldId="1405"/>
            <ac:spMk id="5" creationId="{AB11A71F-BF54-8950-3870-7AC2E202019A}"/>
          </ac:spMkLst>
        </pc:spChg>
        <pc:picChg chg="add mod">
          <ac:chgData name="Yueming Li (Biomedical Sciences)" userId="S::y.li.43@bham.ac.uk::12f3b62c-acd5-4357-a314-0b860ca8b8d2" providerId="AD" clId="Web-{5A044763-B469-13B7-D112-9D1ABC71F99E}" dt="2026-10-19T05:31:05.843" v="2" actId="1076"/>
          <ac:picMkLst>
            <pc:docMk/>
            <pc:sldMk cId="372905409" sldId="1405"/>
            <ac:picMk id="4" creationId="{0A07402C-0909-15A0-C671-5FA6DAD4F74C}"/>
          </ac:picMkLst>
        </pc:picChg>
      </pc:sldChg>
      <pc:sldChg chg="addSp modSp">
        <pc:chgData name="Yueming Li (Biomedical Sciences)" userId="S::y.li.43@bham.ac.uk::12f3b62c-acd5-4357-a314-0b860ca8b8d2" providerId="AD" clId="Web-{5A044763-B469-13B7-D112-9D1ABC71F99E}" dt="2026-10-19T08:02:32.277" v="26" actId="20577"/>
        <pc:sldMkLst>
          <pc:docMk/>
          <pc:sldMk cId="135557180" sldId="1406"/>
        </pc:sldMkLst>
        <pc:spChg chg="mod">
          <ac:chgData name="Yueming Li (Biomedical Sciences)" userId="S::y.li.43@bham.ac.uk::12f3b62c-acd5-4357-a314-0b860ca8b8d2" providerId="AD" clId="Web-{5A044763-B469-13B7-D112-9D1ABC71F99E}" dt="2026-10-19T07:56:49.022" v="8" actId="20577"/>
          <ac:spMkLst>
            <pc:docMk/>
            <pc:sldMk cId="135557180" sldId="1406"/>
            <ac:spMk id="2" creationId="{6CF7A735-9619-5295-3319-B581EE2FB514}"/>
          </ac:spMkLst>
        </pc:spChg>
        <pc:spChg chg="add mod">
          <ac:chgData name="Yueming Li (Biomedical Sciences)" userId="S::y.li.43@bham.ac.uk::12f3b62c-acd5-4357-a314-0b860ca8b8d2" providerId="AD" clId="Web-{5A044763-B469-13B7-D112-9D1ABC71F99E}" dt="2026-10-19T08:02:32.277" v="26" actId="20577"/>
          <ac:spMkLst>
            <pc:docMk/>
            <pc:sldMk cId="135557180" sldId="1406"/>
            <ac:spMk id="4" creationId="{0E85AD76-416F-2BA7-625D-15C46323F4F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346B67-71C4-6A20-5B1F-CF02011E03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6DA43-4E6A-F57C-F129-8621F4C48E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B6302-81D9-3341-8BEE-558FFE2510A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1356D5-F218-1A4F-F824-0004C2F048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BB1A6-FD46-F964-76CD-4727A6A780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4192F-5B50-BB49-817A-7CA11482C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423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BDFEF-057C-A843-8C81-03384ABB4BFC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D149E-358D-2440-BDD5-072440F2B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5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8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78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336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590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63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92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05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2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37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45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87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0993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6293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183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080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7189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081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220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027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513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855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342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232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8434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359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112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468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54802-331F-43B1-B8D3-DD8F2ABBA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25500E-4EB7-C20C-5264-92126135B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FC080-F291-91DF-8CF6-B22804EDD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89338-8BCC-96F7-5A17-3BF0A0905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5D149E-358D-2440-BDD5-072440F2B7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064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602FD7-1231-064E-CF9F-7F8C08F8EF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504F269-56E3-639E-F1B1-41EEC4813B5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E02850-963E-BCA7-D70C-3BCCF65A064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06400" y="698182"/>
            <a:ext cx="9154160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3165889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602FD7-1231-064E-CF9F-7F8C08F8EF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600" cy="6856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504F269-56E3-639E-F1B1-41EEC4813B5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  <a:p>
            <a:br>
              <a:rPr lang="en-GB"/>
            </a:br>
            <a:endParaRPr lang="en-GB"/>
          </a:p>
          <a:p>
            <a:r>
              <a:rPr lang="en-GB"/>
              <a:t>image box on the right click on icon or drag </a:t>
            </a:r>
            <a:br>
              <a:rPr lang="en-GB"/>
            </a:br>
            <a:r>
              <a:rPr lang="en-GB"/>
              <a:t>image into the space to add.</a:t>
            </a:r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E02850-963E-BCA7-D70C-3BCCF65A064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06400" y="698182"/>
            <a:ext cx="9154160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SECTION TITLE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BD1D972-DB48-9F79-3343-53455BAD1A3F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7650676" y="0"/>
            <a:ext cx="4541325" cy="6854092"/>
          </a:xfrm>
          <a:custGeom>
            <a:avLst/>
            <a:gdLst>
              <a:gd name="connsiteX0" fmla="*/ 1895608 w 4541325"/>
              <a:gd name="connsiteY0" fmla="*/ 0 h 6854092"/>
              <a:gd name="connsiteX1" fmla="*/ 4541325 w 4541325"/>
              <a:gd name="connsiteY1" fmla="*/ 0 h 6854092"/>
              <a:gd name="connsiteX2" fmla="*/ 4541325 w 4541325"/>
              <a:gd name="connsiteY2" fmla="*/ 6854092 h 6854092"/>
              <a:gd name="connsiteX3" fmla="*/ 2610437 w 4541325"/>
              <a:gd name="connsiteY3" fmla="*/ 6854092 h 6854092"/>
              <a:gd name="connsiteX4" fmla="*/ 0 w 4541325"/>
              <a:gd name="connsiteY4" fmla="*/ 4568092 h 685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1325" h="6854092">
                <a:moveTo>
                  <a:pt x="1895608" y="0"/>
                </a:moveTo>
                <a:lnTo>
                  <a:pt x="4541325" y="0"/>
                </a:lnTo>
                <a:lnTo>
                  <a:pt x="4541325" y="6854092"/>
                </a:lnTo>
                <a:lnTo>
                  <a:pt x="2610437" y="6854092"/>
                </a:lnTo>
                <a:lnTo>
                  <a:pt x="0" y="456809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1653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EC7F413A-BEFA-C6ED-34D9-98988763376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9000776-6FDA-FB49-9239-188832AB7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225D9904-7AA2-396F-0F75-33E10EDC8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23FEFC2-131D-938E-706B-C951F300E06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3388910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B8CBEBB-355F-B915-9AAB-E1D88DE7CDA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9C0F31-2805-855F-1AAD-42ED3EF9F8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C8975AC-4527-5C5B-36DF-82091AFE502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C91A75-C9DD-4FA0-B4EA-0D1F56F343D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68019" y="1636464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F752712-A8DC-64A7-2F58-D93C2487498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836000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651A730-60BC-CA78-B014-ED8DF9AF1AD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714257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0F9FCEE-C471-7A79-A8A9-88AA385E96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68019" y="4351119"/>
            <a:ext cx="2520000" cy="9822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7B33D86-DE28-EC52-465E-8255E47072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35999" y="4352341"/>
            <a:ext cx="2520475" cy="98107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rial" panose="020B0604020202020204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0A17905D-F51A-30CC-0BA6-B4F831B352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03981" y="4352341"/>
            <a:ext cx="2520475" cy="98107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rial" panose="020B0604020202020204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</p:spTree>
    <p:extLst>
      <p:ext uri="{BB962C8B-B14F-4D97-AF65-F5344CB8AC3E}">
        <p14:creationId xmlns:p14="http://schemas.microsoft.com/office/powerpoint/2010/main" val="3599305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B8CBEBB-355F-B915-9AAB-E1D88DE7CDA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9C0F31-2805-855F-1AAD-42ED3EF9F8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C8975AC-4527-5C5B-36DF-82091AFE502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C91A75-C9DD-4FA0-B4EA-0D1F56F343D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61969" y="1848721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F752712-A8DC-64A7-2F58-D93C2487498D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977023" y="1849347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651A730-60BC-CA78-B014-ED8DF9AF1AD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392079" y="1849347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0F9FCEE-C471-7A79-A8A9-88AA385E96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1968" y="4183085"/>
            <a:ext cx="1896776" cy="10670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7B33D86-DE28-EC52-465E-8255E47072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71707" y="4184004"/>
            <a:ext cx="1897133" cy="1066089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Arial" panose="020B0604020202020204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0A17905D-F51A-30CC-0BA6-B4F831B352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81803" y="4184005"/>
            <a:ext cx="1897133" cy="1066088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Arial" panose="020B0604020202020204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6302A-5C3E-50EE-D011-8B3BD34117D1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2769496" y="1848721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5474ED5-602A-E527-6F5E-D10046868917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7184550" y="1848721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8" name="Text Placeholder 22">
            <a:extLst>
              <a:ext uri="{FF2B5EF4-FFF2-40B4-BE49-F238E27FC236}">
                <a16:creationId xmlns:a16="http://schemas.microsoft.com/office/drawing/2014/main" id="{EFA1985C-B897-1EBB-D7AE-F6B55FC6FB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76755" y="4184004"/>
            <a:ext cx="1897133" cy="1066089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Arial" panose="020B0604020202020204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11CDA61C-396F-1EA1-0D50-6BBA625080D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6659" y="4184004"/>
            <a:ext cx="1897133" cy="1066089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Arial" panose="020B0604020202020204" pitchFamily="34" charset="0"/>
              </a:defRPr>
            </a:lvl1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</p:spTree>
    <p:extLst>
      <p:ext uri="{BB962C8B-B14F-4D97-AF65-F5344CB8AC3E}">
        <p14:creationId xmlns:p14="http://schemas.microsoft.com/office/powerpoint/2010/main" val="3037813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91636C4-D5EE-EAF8-561E-CE359C60712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D5F7B9A0-DAE3-C350-D76B-69F54C16A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10752BE-F424-F8D5-5781-FE1DA5F9286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616563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91636C4-D5EE-EAF8-561E-CE359C60712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2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EC7F413A-BEFA-C6ED-34D9-98988763376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9000776-6FDA-FB49-9239-188832AB7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225D9904-7AA2-396F-0F75-33E10EDC8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8574BF3-47F2-BE49-AEFF-0EAD75B541A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4116989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B8CBEBB-355F-B915-9AAB-E1D88DE7CDA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9C0F31-2805-855F-1AAD-42ED3EF9F8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BF3E1A1-7743-1E1A-2D7C-5201F6AFA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7B265FD-59C8-F243-F2B9-C772E46D1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920" y="1310641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2AA8CAC-CE27-AB1C-F59C-8C801701042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293118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9000776-6FDA-FB49-9239-188832AB7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225D9904-7AA2-396F-0F75-33E10EDC8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59573C0-1F6E-DFB0-0D61-5F74874611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35021" y="5787179"/>
            <a:ext cx="1954059" cy="56773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99774-6AA3-F589-0A9A-821A001F6682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93569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B8CBEBB-355F-B915-9AAB-E1D88DE7CDA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35021" y="5787179"/>
            <a:ext cx="1954059" cy="567738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9C0F31-2805-855F-1AAD-42ED3EF9F8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BF3E1A1-7743-1E1A-2D7C-5201F6AFA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7B265FD-59C8-F243-F2B9-C772E46D1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920" y="1310641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E17D6ED-714F-C4D3-B47D-A2A66C66E62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36088809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D5F7B9A0-DAE3-C350-D76B-69F54C16A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56B5658-9066-6B42-2495-40DA1674896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35021" y="5787179"/>
            <a:ext cx="1954059" cy="56773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4D26C-435B-06ED-1B87-DBF87D370832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621728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5F4E244-E32F-5A57-3D27-69349C663A6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35021" y="5787179"/>
            <a:ext cx="1954059" cy="56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390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4962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Divider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617736"/>
            <a:ext cx="6353996" cy="15058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headline here.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52863"/>
            <a:ext cx="12192000" cy="300513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100865E-5051-867A-F0B7-9292EDC1A7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2059593"/>
            <a:ext cx="6353996" cy="13694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E830DC3-EB81-6CBE-5D45-B3CCDF98F71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35020" y="617736"/>
            <a:ext cx="1954059" cy="56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673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Divider Slid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headline here.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7650" y="1"/>
            <a:ext cx="5784349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1BF5AB1-F146-83EF-D63E-DD9EA52569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687793A-A511-5610-0CB0-AA06AF8E2A0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7727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Divider Slid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7653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headline here.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5784349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1BF5AB1-F146-83EF-D63E-DD9EA52569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7653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>
                <a:solidFill>
                  <a:srgbClr val="FFFFFF"/>
                </a:solidFill>
                <a:effectLst/>
                <a:latin typeface="Helvetica" pitchFamily="2" charset="0"/>
              </a:rPr>
              <a:t>Insert sub copy here.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01586DB-4343-A688-E644-4D38C6EAC42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7653" y="5787179"/>
            <a:ext cx="1954059" cy="56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7162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602FD7-1231-064E-CF9F-7F8C08F8EF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504F269-56E3-639E-F1B1-41EEC4813B5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E02850-963E-BCA7-D70C-3BCCF65A064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06400" y="698182"/>
            <a:ext cx="9154160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927270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 Slid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602FD7-1231-064E-CF9F-7F8C08F8EF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600" cy="6856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992F3AA-2026-24C9-831B-F66B099808A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56738" y="0"/>
            <a:ext cx="4542379" cy="6858000"/>
          </a:xfrm>
          <a:custGeom>
            <a:avLst/>
            <a:gdLst>
              <a:gd name="connsiteX0" fmla="*/ 1896887 w 4542379"/>
              <a:gd name="connsiteY0" fmla="*/ 0 h 6858000"/>
              <a:gd name="connsiteX1" fmla="*/ 4542379 w 4542379"/>
              <a:gd name="connsiteY1" fmla="*/ 0 h 6858000"/>
              <a:gd name="connsiteX2" fmla="*/ 4542379 w 4542379"/>
              <a:gd name="connsiteY2" fmla="*/ 6858000 h 6858000"/>
              <a:gd name="connsiteX3" fmla="*/ 2609965 w 4542379"/>
              <a:gd name="connsiteY3" fmla="*/ 6858000 h 6858000"/>
              <a:gd name="connsiteX4" fmla="*/ 0 w 4542379"/>
              <a:gd name="connsiteY4" fmla="*/ 177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2379" h="6858000">
                <a:moveTo>
                  <a:pt x="1896887" y="0"/>
                </a:moveTo>
                <a:lnTo>
                  <a:pt x="4542379" y="0"/>
                </a:lnTo>
                <a:lnTo>
                  <a:pt x="4542379" y="6858000"/>
                </a:lnTo>
                <a:lnTo>
                  <a:pt x="2609965" y="6858000"/>
                </a:lnTo>
                <a:lnTo>
                  <a:pt x="0" y="177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7E62669-0C8C-8C81-1274-25D65572689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4F300-E495-F297-DBF6-81920AD6E66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06400" y="698182"/>
            <a:ext cx="9154160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89653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F67140E-3A47-D241-7182-3577AE6E834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57561D6-159E-FCBC-EAD3-DCD31BFEE6F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32175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515ED49-4E96-5229-9B8D-AF4FBD70AE0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A211E00-435D-6B93-A948-8B711ACD846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047A4-2E76-022B-2525-898053FDCC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03620" y="1310641"/>
            <a:ext cx="5181600" cy="43789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519740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515ED49-4E96-5229-9B8D-AF4FBD70AE0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A211E00-435D-6B93-A948-8B711ACD846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2B99D-4A4D-B778-5FD2-9F4A22B0B3A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68019" y="1636464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B13861-080E-609A-01A7-5EDC25A0B0F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836000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65E762-8883-AB43-D811-12B759024A9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714257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05774E2-5CA0-1157-5F43-7B5C9996EF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5525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D6CB8B4-9C8E-A2FA-558C-30A5D08270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069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D584B818-73B8-22FE-5635-36F576CEAB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13782" y="4400389"/>
            <a:ext cx="2520475" cy="9810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r>
              <a:rPr lang="en-GB"/>
              <a:t>Insert sub copy here.</a:t>
            </a:r>
          </a:p>
        </p:txBody>
      </p:sp>
    </p:spTree>
    <p:extLst>
      <p:ext uri="{BB962C8B-B14F-4D97-AF65-F5344CB8AC3E}">
        <p14:creationId xmlns:p14="http://schemas.microsoft.com/office/powerpoint/2010/main" val="4010354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515ED49-4E96-5229-9B8D-AF4FBD70AE0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A211E00-435D-6B93-A948-8B711ACD846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F858169-0C65-5576-989B-052745F4C06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61969" y="1848721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FD9DC28-9EA2-992D-B120-466FD3C7D2BA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977023" y="1849347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01AC7BA-028D-FEB6-5469-48EC7AAA9B8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392079" y="1849347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DE2407FE-66CE-2109-85B0-365DE8CD245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1968" y="4183085"/>
            <a:ext cx="1896776" cy="10670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B909112F-AF48-4EF8-641A-9B4E54BA7B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71707" y="4184004"/>
            <a:ext cx="1897133" cy="106608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</a:lstStyle>
          <a:p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5B5E5E04-BF9B-D216-4E82-268B505C77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81803" y="4184005"/>
            <a:ext cx="1897133" cy="10660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</a:lstStyle>
          <a:p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D255895-B113-E401-DA57-AF0B96D19FE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2769496" y="1848721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EE165B9-5F96-8B7D-65E4-952286A84550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7184550" y="1848721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2CB0A589-1B39-6BFD-833F-C261B79EAB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76755" y="4184004"/>
            <a:ext cx="1897133" cy="106608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</a:lstStyle>
          <a:p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9DD023BB-AE46-F45D-29CA-0FCB3D08B4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6659" y="4184004"/>
            <a:ext cx="1897133" cy="106608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</a:lstStyle>
          <a:p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388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1FBAEAF-9083-CEBB-9361-7C295E600C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7DD886C-77A4-6C6D-5419-2C4BB7B91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C5ECFFC-7310-131F-AEA3-3C64F04FBA5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25159884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15C8DC2-5B57-3486-68BE-A9A40B3BDF8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4E3430F-8E1C-E744-A66D-6BBE27B5502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2740139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F67140E-3A47-D241-7182-3577AE6E834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BFF16D-C28A-2955-58AB-9271F939F9F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1802505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515ED49-4E96-5229-9B8D-AF4FBD70AE0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84CCB2F-26F1-E1B8-5561-263F115EB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920" y="1310641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8731F82-BFA6-B83E-1FEB-574CA6F3D2D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3347246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1FBAEAF-9083-CEBB-9361-7C295E600C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7DD886C-77A4-6C6D-5419-2C4BB7B91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99918A8-23A5-FBB4-EC44-436D0872D01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2362504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15C8DC2-5B57-3486-68BE-A9A40B3BDF8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0" y="5787179"/>
            <a:ext cx="1954059" cy="567737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390F85E-8263-53C7-A6BC-129ED41190D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9167680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F67140E-3A47-D241-7182-3577AE6E834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5787179"/>
            <a:ext cx="1954059" cy="56773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413DAF2-44E4-A0EA-D0E1-6085FF53B5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11191001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84CCB2F-26F1-E1B8-5561-263F115EB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920" y="1310641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F78C408-4BFD-C04C-157F-0FF134553CC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5787179"/>
            <a:ext cx="1954059" cy="56773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56AE6-DDF8-D06D-AD98-CB27BA7DE73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6688851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7DD886C-77A4-6C6D-5419-2C4BB7B91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9E0FE8C-D1D9-F6AC-9883-1142710E70F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5787179"/>
            <a:ext cx="1954059" cy="56773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B0922-B841-CDA8-7271-0396CEBB521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10527573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9C64E13-1228-9124-C2B8-2476C1999F3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5787179"/>
            <a:ext cx="1954059" cy="567737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ECFD1F5-6752-EB67-8E62-BC6AC438B96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7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425524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52863"/>
            <a:ext cx="12192000" cy="3005137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F90ECDB-E18A-591A-8133-2EAE6789157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617736"/>
            <a:ext cx="1954059" cy="5677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642A1-7E6D-B42F-7749-8DC80C6DED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754224"/>
            <a:ext cx="6520180" cy="97604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98414E1-64D1-96D6-D06F-F94F3202C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2059593"/>
            <a:ext cx="6353996" cy="13694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270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 Slid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7650" y="1"/>
            <a:ext cx="5784349" cy="6858000"/>
          </a:xfrm>
        </p:spPr>
        <p:txBody>
          <a:bodyPr/>
          <a:lstStyle/>
          <a:p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BABB319-CCF3-55F5-FD81-6109BE7B2E1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399" y="5787179"/>
            <a:ext cx="1954059" cy="5677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C759DBE-3BA0-9E84-5596-2AD69AA128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headline here.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2A192BC-C9DB-F0AB-B1DE-03D15E5A87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434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 Slid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7653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title here.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5784349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1BF5AB1-F146-83EF-D63E-DD9EA52569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7653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3A6B713-4FEB-2C71-88F3-1B300E637A9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407653" y="5787179"/>
            <a:ext cx="1954059" cy="56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596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8136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91636C4-D5EE-EAF8-561E-CE359C60712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5787179"/>
            <a:ext cx="1954059" cy="56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7259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 Slide_Image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9D3723-CBAD-ACE9-F9EF-56C703095A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8238"/>
            <a:ext cx="12192000" cy="6858000"/>
          </a:xfrm>
          <a:prstGeom prst="rect">
            <a:avLst/>
          </a:prstGeom>
        </p:spPr>
      </p:pic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10" name="4. Picture Placeholder">
            <a:extLst>
              <a:ext uri="{FF2B5EF4-FFF2-40B4-BE49-F238E27FC236}">
                <a16:creationId xmlns:a16="http://schemas.microsoft.com/office/drawing/2014/main" id="{C992F3AA-2026-24C9-831B-F66B099808A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56738" y="0"/>
            <a:ext cx="4542379" cy="6858000"/>
          </a:xfrm>
          <a:custGeom>
            <a:avLst/>
            <a:gdLst>
              <a:gd name="connsiteX0" fmla="*/ 1896887 w 4542379"/>
              <a:gd name="connsiteY0" fmla="*/ 0 h 6858000"/>
              <a:gd name="connsiteX1" fmla="*/ 4542379 w 4542379"/>
              <a:gd name="connsiteY1" fmla="*/ 0 h 6858000"/>
              <a:gd name="connsiteX2" fmla="*/ 4542379 w 4542379"/>
              <a:gd name="connsiteY2" fmla="*/ 6858000 h 6858000"/>
              <a:gd name="connsiteX3" fmla="*/ 2609965 w 4542379"/>
              <a:gd name="connsiteY3" fmla="*/ 6858000 h 6858000"/>
              <a:gd name="connsiteX4" fmla="*/ 0 w 4542379"/>
              <a:gd name="connsiteY4" fmla="*/ 177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2379" h="6858000">
                <a:moveTo>
                  <a:pt x="1896887" y="0"/>
                </a:moveTo>
                <a:lnTo>
                  <a:pt x="4542379" y="0"/>
                </a:lnTo>
                <a:lnTo>
                  <a:pt x="4542379" y="6858000"/>
                </a:lnTo>
                <a:lnTo>
                  <a:pt x="2609965" y="6858000"/>
                </a:lnTo>
                <a:lnTo>
                  <a:pt x="0" y="177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004D5CD-1028-023E-1A5D-3C1E0FD4DE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6399" y="583537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144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5. Picture">
            <a:extLst>
              <a:ext uri="{FF2B5EF4-FFF2-40B4-BE49-F238E27FC236}">
                <a16:creationId xmlns:a16="http://schemas.microsoft.com/office/drawing/2014/main" id="{C5602FD7-1231-064E-CF9F-7F8C08F8EF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4. Logo">
            <a:extLst>
              <a:ext uri="{FF2B5EF4-FFF2-40B4-BE49-F238E27FC236}">
                <a16:creationId xmlns:a16="http://schemas.microsoft.com/office/drawing/2014/main" id="{4504F269-56E3-639E-F1B1-41EEC4813B5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sp>
        <p:nvSpPr>
          <p:cNvPr id="16" name="1. Section Title Placeholder">
            <a:extLst>
              <a:ext uri="{FF2B5EF4-FFF2-40B4-BE49-F238E27FC236}">
                <a16:creationId xmlns:a16="http://schemas.microsoft.com/office/drawing/2014/main" id="{7CE02850-963E-BCA7-D70C-3BCCF65A064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06400" y="698183"/>
            <a:ext cx="9154160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057221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 Slid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. Background">
            <a:extLst>
              <a:ext uri="{FF2B5EF4-FFF2-40B4-BE49-F238E27FC236}">
                <a16:creationId xmlns:a16="http://schemas.microsoft.com/office/drawing/2014/main" id="{C5602FD7-1231-064E-CF9F-7F8C08F8EF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600" cy="6856650"/>
          </a:xfrm>
          <a:prstGeom prst="rect">
            <a:avLst/>
          </a:prstGeom>
        </p:spPr>
      </p:pic>
      <p:pic>
        <p:nvPicPr>
          <p:cNvPr id="11" name="5. Logo">
            <a:extLst>
              <a:ext uri="{FF2B5EF4-FFF2-40B4-BE49-F238E27FC236}">
                <a16:creationId xmlns:a16="http://schemas.microsoft.com/office/drawing/2014/main" id="{57E62669-0C8C-8C81-1274-25D65572689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10" name="4. Picture Placeholder">
            <a:extLst>
              <a:ext uri="{FF2B5EF4-FFF2-40B4-BE49-F238E27FC236}">
                <a16:creationId xmlns:a16="http://schemas.microsoft.com/office/drawing/2014/main" id="{C992F3AA-2026-24C9-831B-F66B099808A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42580" y="218"/>
            <a:ext cx="4556539" cy="6858000"/>
          </a:xfrm>
          <a:custGeom>
            <a:avLst/>
            <a:gdLst>
              <a:gd name="connsiteX0" fmla="*/ 1896887 w 4542379"/>
              <a:gd name="connsiteY0" fmla="*/ 0 h 6858000"/>
              <a:gd name="connsiteX1" fmla="*/ 4542379 w 4542379"/>
              <a:gd name="connsiteY1" fmla="*/ 0 h 6858000"/>
              <a:gd name="connsiteX2" fmla="*/ 4542379 w 4542379"/>
              <a:gd name="connsiteY2" fmla="*/ 6858000 h 6858000"/>
              <a:gd name="connsiteX3" fmla="*/ 2609965 w 4542379"/>
              <a:gd name="connsiteY3" fmla="*/ 6858000 h 6858000"/>
              <a:gd name="connsiteX4" fmla="*/ 0 w 4542379"/>
              <a:gd name="connsiteY4" fmla="*/ 177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2379" h="6858000">
                <a:moveTo>
                  <a:pt x="1896887" y="0"/>
                </a:moveTo>
                <a:lnTo>
                  <a:pt x="4542379" y="0"/>
                </a:lnTo>
                <a:lnTo>
                  <a:pt x="4542379" y="6858000"/>
                </a:lnTo>
                <a:lnTo>
                  <a:pt x="2609965" y="6858000"/>
                </a:lnTo>
                <a:lnTo>
                  <a:pt x="0" y="177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sp>
        <p:nvSpPr>
          <p:cNvPr id="3" name="1. Section Title Placeholder">
            <a:extLst>
              <a:ext uri="{FF2B5EF4-FFF2-40B4-BE49-F238E27FC236}">
                <a16:creationId xmlns:a16="http://schemas.microsoft.com/office/drawing/2014/main" id="{9AA4F300-E495-F297-DBF6-81920AD6E66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06400" y="698183"/>
            <a:ext cx="9154160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08012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4. Logo">
            <a:extLst>
              <a:ext uri="{FF2B5EF4-FFF2-40B4-BE49-F238E27FC236}">
                <a16:creationId xmlns:a16="http://schemas.microsoft.com/office/drawing/2014/main" id="{CF67140E-3A47-D241-7182-3577AE6E834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9" name="3. Content Placeholder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15" name="1. Accent Copy Placeholder">
            <a:extLst>
              <a:ext uri="{FF2B5EF4-FFF2-40B4-BE49-F238E27FC236}">
                <a16:creationId xmlns:a16="http://schemas.microsoft.com/office/drawing/2014/main" id="{557561D6-159E-FCBC-EAD3-DCD31BFEE6F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654245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5. Logo">
            <a:extLst>
              <a:ext uri="{FF2B5EF4-FFF2-40B4-BE49-F238E27FC236}">
                <a16:creationId xmlns:a16="http://schemas.microsoft.com/office/drawing/2014/main" id="{A515ED49-4E96-5229-9B8D-AF4FBD70AE0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3" name="4. Content Placeholder (2)">
            <a:extLst>
              <a:ext uri="{FF2B5EF4-FFF2-40B4-BE49-F238E27FC236}">
                <a16:creationId xmlns:a16="http://schemas.microsoft.com/office/drawing/2014/main" id="{53C047A4-2E76-022B-2525-898053FDCC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03620" y="1310643"/>
            <a:ext cx="5181600" cy="43789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3. Content Placeholder (1)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2920" y="1310643"/>
            <a:ext cx="5181600" cy="43789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5A211E00-435D-6B93-A948-8B711ACD846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2262825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9. Logo">
            <a:extLst>
              <a:ext uri="{FF2B5EF4-FFF2-40B4-BE49-F238E27FC236}">
                <a16:creationId xmlns:a16="http://schemas.microsoft.com/office/drawing/2014/main" id="{A515ED49-4E96-5229-9B8D-AF4FBD70AE0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16" name="8. Text Box Placeholder (3)">
            <a:extLst>
              <a:ext uri="{FF2B5EF4-FFF2-40B4-BE49-F238E27FC236}">
                <a16:creationId xmlns:a16="http://schemas.microsoft.com/office/drawing/2014/main" id="{D584B818-73B8-22FE-5635-36F576CEAB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13784" y="4400393"/>
            <a:ext cx="2520475" cy="9810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9" name="7. Content Placeholder (3)">
            <a:extLst>
              <a:ext uri="{FF2B5EF4-FFF2-40B4-BE49-F238E27FC236}">
                <a16:creationId xmlns:a16="http://schemas.microsoft.com/office/drawing/2014/main" id="{5565E762-8883-AB43-D811-12B759024A9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714257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endParaRPr lang="en-US"/>
          </a:p>
        </p:txBody>
      </p:sp>
      <p:sp>
        <p:nvSpPr>
          <p:cNvPr id="13" name="6. Text Box Placeholder (2)">
            <a:extLst>
              <a:ext uri="{FF2B5EF4-FFF2-40B4-BE49-F238E27FC236}">
                <a16:creationId xmlns:a16="http://schemas.microsoft.com/office/drawing/2014/main" id="{005774E2-5CA0-1157-5F43-7B5C9996EF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5527" y="4351123"/>
            <a:ext cx="2520951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4" name="5. Content Placeholder (2)">
            <a:extLst>
              <a:ext uri="{FF2B5EF4-FFF2-40B4-BE49-F238E27FC236}">
                <a16:creationId xmlns:a16="http://schemas.microsoft.com/office/drawing/2014/main" id="{A2B13861-080E-609A-01A7-5EDC25A0B0F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836000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endParaRPr lang="en-US"/>
          </a:p>
        </p:txBody>
      </p:sp>
      <p:sp>
        <p:nvSpPr>
          <p:cNvPr id="15" name="4. Text Box Placeholder (1)">
            <a:extLst>
              <a:ext uri="{FF2B5EF4-FFF2-40B4-BE49-F238E27FC236}">
                <a16:creationId xmlns:a16="http://schemas.microsoft.com/office/drawing/2014/main" id="{6D6CB8B4-9C8E-A2FA-558C-30A5D08270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071" y="4351123"/>
            <a:ext cx="2520951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3" name="3. Content Placeholder (1)">
            <a:extLst>
              <a:ext uri="{FF2B5EF4-FFF2-40B4-BE49-F238E27FC236}">
                <a16:creationId xmlns:a16="http://schemas.microsoft.com/office/drawing/2014/main" id="{A162B99D-4A4D-B778-5FD2-9F4A22B0B3A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68019" y="1636464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endParaRPr lang="en-US"/>
          </a:p>
        </p:txBody>
      </p:sp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5A211E00-435D-6B93-A948-8B711ACD846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2943107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13. Logo">
            <a:extLst>
              <a:ext uri="{FF2B5EF4-FFF2-40B4-BE49-F238E27FC236}">
                <a16:creationId xmlns:a16="http://schemas.microsoft.com/office/drawing/2014/main" id="{A515ED49-4E96-5229-9B8D-AF4FBD70AE0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25" name="12. Text Box Placeholder (5)">
            <a:extLst>
              <a:ext uri="{FF2B5EF4-FFF2-40B4-BE49-F238E27FC236}">
                <a16:creationId xmlns:a16="http://schemas.microsoft.com/office/drawing/2014/main" id="{5B5E5E04-BF9B-D216-4E82-268B505C77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81804" y="4184005"/>
            <a:ext cx="1897133" cy="10660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</a:lstStyle>
          <a:p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  <p:sp>
        <p:nvSpPr>
          <p:cNvPr id="22" name="11. Content Placeholder (5)">
            <a:extLst>
              <a:ext uri="{FF2B5EF4-FFF2-40B4-BE49-F238E27FC236}">
                <a16:creationId xmlns:a16="http://schemas.microsoft.com/office/drawing/2014/main" id="{501AC7BA-028D-FEB6-5469-48EC7AAA9B8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392082" y="1849351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28" name="10. Text Box Placeholder (4)">
            <a:extLst>
              <a:ext uri="{FF2B5EF4-FFF2-40B4-BE49-F238E27FC236}">
                <a16:creationId xmlns:a16="http://schemas.microsoft.com/office/drawing/2014/main" id="{2CB0A589-1B39-6BFD-833F-C261B79EAB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76756" y="4184008"/>
            <a:ext cx="1897133" cy="106608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</a:lstStyle>
          <a:p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  <p:sp>
        <p:nvSpPr>
          <p:cNvPr id="27" name="9. Content Placeholder (4)">
            <a:extLst>
              <a:ext uri="{FF2B5EF4-FFF2-40B4-BE49-F238E27FC236}">
                <a16:creationId xmlns:a16="http://schemas.microsoft.com/office/drawing/2014/main" id="{8EE165B9-5F96-8B7D-65E4-952286A84550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7184553" y="1848725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24" name="8. Text Box Placeholder (3)">
            <a:extLst>
              <a:ext uri="{FF2B5EF4-FFF2-40B4-BE49-F238E27FC236}">
                <a16:creationId xmlns:a16="http://schemas.microsoft.com/office/drawing/2014/main" id="{B909112F-AF48-4EF8-641A-9B4E54BA7B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71708" y="4184008"/>
            <a:ext cx="1897133" cy="106608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</a:lstStyle>
          <a:p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  <p:sp>
        <p:nvSpPr>
          <p:cNvPr id="21" name="7. Content Placeholder (3)">
            <a:extLst>
              <a:ext uri="{FF2B5EF4-FFF2-40B4-BE49-F238E27FC236}">
                <a16:creationId xmlns:a16="http://schemas.microsoft.com/office/drawing/2014/main" id="{8FD9DC28-9EA2-992D-B120-466FD3C7D2BA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977026" y="1849351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29" name="6. Text Box Placeholder (2)">
            <a:extLst>
              <a:ext uri="{FF2B5EF4-FFF2-40B4-BE49-F238E27FC236}">
                <a16:creationId xmlns:a16="http://schemas.microsoft.com/office/drawing/2014/main" id="{9DD023BB-AE46-F45D-29CA-0FCB3D08B4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6660" y="4184008"/>
            <a:ext cx="1897133" cy="106608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/>
            </a:lvl1pPr>
          </a:lstStyle>
          <a:p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  <p:sp>
        <p:nvSpPr>
          <p:cNvPr id="26" name="5. Content Placeholder (2)">
            <a:extLst>
              <a:ext uri="{FF2B5EF4-FFF2-40B4-BE49-F238E27FC236}">
                <a16:creationId xmlns:a16="http://schemas.microsoft.com/office/drawing/2014/main" id="{ED255895-B113-E401-DA57-AF0B96D19FE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2769499" y="1848725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23" name="4. Text Box Placeholder (1)">
            <a:extLst>
              <a:ext uri="{FF2B5EF4-FFF2-40B4-BE49-F238E27FC236}">
                <a16:creationId xmlns:a16="http://schemas.microsoft.com/office/drawing/2014/main" id="{DE2407FE-66CE-2109-85B0-365DE8CD245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1968" y="4183089"/>
            <a:ext cx="1896776" cy="10670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Insert sub copy here.</a:t>
            </a:r>
            <a:br>
              <a:rPr lang="en-GB"/>
            </a:br>
            <a:endParaRPr lang="en-GB"/>
          </a:p>
        </p:txBody>
      </p:sp>
      <p:sp>
        <p:nvSpPr>
          <p:cNvPr id="20" name="3. Content Placeholder (1)">
            <a:extLst>
              <a:ext uri="{FF2B5EF4-FFF2-40B4-BE49-F238E27FC236}">
                <a16:creationId xmlns:a16="http://schemas.microsoft.com/office/drawing/2014/main" id="{9F858169-0C65-5576-989B-052745F4C06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61971" y="1848725"/>
            <a:ext cx="1896775" cy="1896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5A211E00-435D-6B93-A948-8B711ACD846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1135468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3. Logo">
            <a:extLst>
              <a:ext uri="{FF2B5EF4-FFF2-40B4-BE49-F238E27FC236}">
                <a16:creationId xmlns:a16="http://schemas.microsoft.com/office/drawing/2014/main" id="{E1FBAEAF-9083-CEBB-9361-7C295E600C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9" name="2. Title Placeholder">
            <a:extLst>
              <a:ext uri="{FF2B5EF4-FFF2-40B4-BE49-F238E27FC236}">
                <a16:creationId xmlns:a16="http://schemas.microsoft.com/office/drawing/2014/main" id="{D7DD886C-77A4-6C6D-5419-2C4BB7B91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FC5ECFFC-7310-131F-AEA3-3C64F04FBA5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20130865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2. Logo">
            <a:extLst>
              <a:ext uri="{FF2B5EF4-FFF2-40B4-BE49-F238E27FC236}">
                <a16:creationId xmlns:a16="http://schemas.microsoft.com/office/drawing/2014/main" id="{C15C8DC2-5B57-3486-68BE-A9A40B3BDF8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6" name="1. Accent Copy Placeholder">
            <a:extLst>
              <a:ext uri="{FF2B5EF4-FFF2-40B4-BE49-F238E27FC236}">
                <a16:creationId xmlns:a16="http://schemas.microsoft.com/office/drawing/2014/main" id="{94E3430F-8E1C-E744-A66D-6BBE27B5502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14003912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4. Logo">
            <a:extLst>
              <a:ext uri="{FF2B5EF4-FFF2-40B4-BE49-F238E27FC236}">
                <a16:creationId xmlns:a16="http://schemas.microsoft.com/office/drawing/2014/main" id="{CF67140E-3A47-D241-7182-3577AE6E834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9" name="3. Content Placeholder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5BBFF16D-C28A-2955-58AB-9271F939F9F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2806916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5. Logo">
            <a:extLst>
              <a:ext uri="{FF2B5EF4-FFF2-40B4-BE49-F238E27FC236}">
                <a16:creationId xmlns:a16="http://schemas.microsoft.com/office/drawing/2014/main" id="{A515ED49-4E96-5229-9B8D-AF4FBD70AE0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18" name="4. Content Placeholder (2)">
            <a:extLst>
              <a:ext uri="{FF2B5EF4-FFF2-40B4-BE49-F238E27FC236}">
                <a16:creationId xmlns:a16="http://schemas.microsoft.com/office/drawing/2014/main" id="{084CCB2F-26F1-E1B8-5561-263F115EB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920" y="1310643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3. Content Placeholder (1)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3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C8731F82-BFA6-B83E-1FEB-574CA6F3D2D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1128994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3. Logo">
            <a:extLst>
              <a:ext uri="{FF2B5EF4-FFF2-40B4-BE49-F238E27FC236}">
                <a16:creationId xmlns:a16="http://schemas.microsoft.com/office/drawing/2014/main" id="{E1FBAEAF-9083-CEBB-9361-7C295E600C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9" name="2. Title Placeholder">
            <a:extLst>
              <a:ext uri="{FF2B5EF4-FFF2-40B4-BE49-F238E27FC236}">
                <a16:creationId xmlns:a16="http://schemas.microsoft.com/office/drawing/2014/main" id="{D7DD886C-77A4-6C6D-5419-2C4BB7B91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699918A8-23A5-FBB4-EC44-436D0872D01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35996827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2. Logo">
            <a:extLst>
              <a:ext uri="{FF2B5EF4-FFF2-40B4-BE49-F238E27FC236}">
                <a16:creationId xmlns:a16="http://schemas.microsoft.com/office/drawing/2014/main" id="{C15C8DC2-5B57-3486-68BE-A9A40B3BDF8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B390F85E-8263-53C7-A6BC-129ED41190D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19297245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4. Logo">
            <a:extLst>
              <a:ext uri="{FF2B5EF4-FFF2-40B4-BE49-F238E27FC236}">
                <a16:creationId xmlns:a16="http://schemas.microsoft.com/office/drawing/2014/main" id="{CF67140E-3A47-D241-7182-3577AE6E834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5787183"/>
            <a:ext cx="1954059" cy="567737"/>
          </a:xfrm>
          <a:prstGeom prst="rect">
            <a:avLst/>
          </a:prstGeom>
        </p:spPr>
      </p:pic>
      <p:sp>
        <p:nvSpPr>
          <p:cNvPr id="9" name="3. Content Placeholder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B413DAF2-44E4-A0EA-D0E1-6085FF53B5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23793635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 Logo">
            <a:extLst>
              <a:ext uri="{FF2B5EF4-FFF2-40B4-BE49-F238E27FC236}">
                <a16:creationId xmlns:a16="http://schemas.microsoft.com/office/drawing/2014/main" id="{DF78C408-4BFD-C04C-157F-0FF134553CC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5787183"/>
            <a:ext cx="1954059" cy="567737"/>
          </a:xfrm>
          <a:prstGeom prst="rect">
            <a:avLst/>
          </a:prstGeom>
        </p:spPr>
      </p:pic>
      <p:sp>
        <p:nvSpPr>
          <p:cNvPr id="18" name="4. Content Placeholder (2)">
            <a:extLst>
              <a:ext uri="{FF2B5EF4-FFF2-40B4-BE49-F238E27FC236}">
                <a16:creationId xmlns:a16="http://schemas.microsoft.com/office/drawing/2014/main" id="{084CCB2F-26F1-E1B8-5561-263F115EB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920" y="1310643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3. Content Placeholder (1)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3"/>
            <a:ext cx="5181600" cy="4378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3" name="1. Accent Copy Placeholder">
            <a:extLst>
              <a:ext uri="{FF2B5EF4-FFF2-40B4-BE49-F238E27FC236}">
                <a16:creationId xmlns:a16="http://schemas.microsoft.com/office/drawing/2014/main" id="{12D56AE6-DDF8-D06D-AD98-CB27BA7DE73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931325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. Logo">
            <a:extLst>
              <a:ext uri="{FF2B5EF4-FFF2-40B4-BE49-F238E27FC236}">
                <a16:creationId xmlns:a16="http://schemas.microsoft.com/office/drawing/2014/main" id="{99E0FE8C-D1D9-F6AC-9883-1142710E70F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5787183"/>
            <a:ext cx="1954059" cy="567737"/>
          </a:xfrm>
          <a:prstGeom prst="rect">
            <a:avLst/>
          </a:prstGeom>
        </p:spPr>
      </p:pic>
      <p:sp>
        <p:nvSpPr>
          <p:cNvPr id="9" name="2. Title Placeholder">
            <a:extLst>
              <a:ext uri="{FF2B5EF4-FFF2-40B4-BE49-F238E27FC236}">
                <a16:creationId xmlns:a16="http://schemas.microsoft.com/office/drawing/2014/main" id="{D7DD886C-77A4-6C6D-5419-2C4BB7B91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4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3" name="1. Accent Copy Placeholder">
            <a:extLst>
              <a:ext uri="{FF2B5EF4-FFF2-40B4-BE49-F238E27FC236}">
                <a16:creationId xmlns:a16="http://schemas.microsoft.com/office/drawing/2014/main" id="{66BB0922-B841-CDA8-7271-0396CEBB521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189887658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2. Logo">
            <a:extLst>
              <a:ext uri="{FF2B5EF4-FFF2-40B4-BE49-F238E27FC236}">
                <a16:creationId xmlns:a16="http://schemas.microsoft.com/office/drawing/2014/main" id="{F9C64E13-1228-9124-C2B8-2476C1999F3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5787183"/>
            <a:ext cx="1954059" cy="567737"/>
          </a:xfrm>
          <a:prstGeom prst="rect">
            <a:avLst/>
          </a:prstGeom>
        </p:spPr>
      </p:pic>
      <p:sp>
        <p:nvSpPr>
          <p:cNvPr id="2" name="1. Accent Copy Placeholder">
            <a:extLst>
              <a:ext uri="{FF2B5EF4-FFF2-40B4-BE49-F238E27FC236}">
                <a16:creationId xmlns:a16="http://schemas.microsoft.com/office/drawing/2014/main" id="{9ECFD1F5-6752-EB67-8E62-BC6AC438B96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505673" y="554168"/>
            <a:ext cx="1442720" cy="244682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ACCENT COPY</a:t>
            </a:r>
          </a:p>
        </p:txBody>
      </p:sp>
    </p:spTree>
    <p:extLst>
      <p:ext uri="{BB962C8B-B14F-4D97-AF65-F5344CB8AC3E}">
        <p14:creationId xmlns:p14="http://schemas.microsoft.com/office/powerpoint/2010/main" val="3838323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4. Logo">
            <a:extLst>
              <a:ext uri="{FF2B5EF4-FFF2-40B4-BE49-F238E27FC236}">
                <a16:creationId xmlns:a16="http://schemas.microsoft.com/office/drawing/2014/main" id="{BF90ECDB-E18A-591A-8133-2EAE6789157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735021" y="617738"/>
            <a:ext cx="1954059" cy="567737"/>
          </a:xfrm>
          <a:prstGeom prst="rect">
            <a:avLst/>
          </a:prstGeom>
        </p:spPr>
      </p:pic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52867"/>
            <a:ext cx="12192000" cy="300513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2. Subtitle Placeholder">
            <a:extLst>
              <a:ext uri="{FF2B5EF4-FFF2-40B4-BE49-F238E27FC236}">
                <a16:creationId xmlns:a16="http://schemas.microsoft.com/office/drawing/2014/main" id="{798414E1-64D1-96D6-D06F-F94F3202C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2" y="2059597"/>
            <a:ext cx="6353996" cy="13694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2" name="1. Title Placeholder">
            <a:extLst>
              <a:ext uri="{FF2B5EF4-FFF2-40B4-BE49-F238E27FC236}">
                <a16:creationId xmlns:a16="http://schemas.microsoft.com/office/drawing/2014/main" id="{4D8642A1-7E6D-B42F-7749-8DC80C6DED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2" y="754228"/>
            <a:ext cx="6520180" cy="97604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headline here.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652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 Slid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4. Logo">
            <a:extLst>
              <a:ext uri="{FF2B5EF4-FFF2-40B4-BE49-F238E27FC236}">
                <a16:creationId xmlns:a16="http://schemas.microsoft.com/office/drawing/2014/main" id="{8BABB319-CCF3-55F5-FD81-6109BE7B2E1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06401" y="5787183"/>
            <a:ext cx="1954059" cy="567737"/>
          </a:xfrm>
          <a:prstGeom prst="rect">
            <a:avLst/>
          </a:prstGeom>
        </p:spPr>
      </p:pic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7652" y="1"/>
            <a:ext cx="5784349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2. Subtitle Placeholder">
            <a:extLst>
              <a:ext uri="{FF2B5EF4-FFF2-40B4-BE49-F238E27FC236}">
                <a16:creationId xmlns:a16="http://schemas.microsoft.com/office/drawing/2014/main" id="{02A192BC-C9DB-F0AB-B1DE-03D15E5A87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3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6" name="1. Title Placeholder">
            <a:extLst>
              <a:ext uri="{FF2B5EF4-FFF2-40B4-BE49-F238E27FC236}">
                <a16:creationId xmlns:a16="http://schemas.microsoft.com/office/drawing/2014/main" id="{DC759DBE-3BA0-9E84-5596-2AD69AA128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3" y="1603454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headline here.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031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Divider Slid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4. Logo">
            <a:extLst>
              <a:ext uri="{FF2B5EF4-FFF2-40B4-BE49-F238E27FC236}">
                <a16:creationId xmlns:a16="http://schemas.microsoft.com/office/drawing/2014/main" id="{B3A6B713-4FEB-2C71-88F3-1B300E637A9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407653" y="5787183"/>
            <a:ext cx="1954059" cy="567737"/>
          </a:xfrm>
          <a:prstGeom prst="rect">
            <a:avLst/>
          </a:prstGeom>
        </p:spPr>
      </p:pic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5784349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2. Subtitle Placeholder">
            <a:extLst>
              <a:ext uri="{FF2B5EF4-FFF2-40B4-BE49-F238E27FC236}">
                <a16:creationId xmlns:a16="http://schemas.microsoft.com/office/drawing/2014/main" id="{F1BF5AB1-F146-83EF-D63E-DD9EA52569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7655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7655" y="1603454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/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title here.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26989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0597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38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7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2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slideLayout" Target="../slideLayouts/slideLayout59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988CDBC-B7D2-E544-1B04-C3AFF5765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0"/>
            <a:ext cx="1051560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8A24989-D3F1-8739-9A56-8D6AB0619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347469"/>
            <a:ext cx="10515600" cy="4829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922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70" r:id="rId2"/>
    <p:sldLayoutId id="2147483650" r:id="rId3"/>
    <p:sldLayoutId id="2147483703" r:id="rId4"/>
    <p:sldLayoutId id="2147483704" r:id="rId5"/>
    <p:sldLayoutId id="2147483654" r:id="rId6"/>
    <p:sldLayoutId id="2147483685" r:id="rId7"/>
    <p:sldLayoutId id="2147483687" r:id="rId8"/>
    <p:sldLayoutId id="2147483688" r:id="rId9"/>
    <p:sldLayoutId id="2147483691" r:id="rId10"/>
    <p:sldLayoutId id="2147483692" r:id="rId11"/>
    <p:sldLayoutId id="2147483693" r:id="rId12"/>
    <p:sldLayoutId id="2147483694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C08AA-2148-527A-BB20-1D271A404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0"/>
            <a:ext cx="1051560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797B6-4643-3710-FBDF-B4E98217F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347469"/>
            <a:ext cx="10515600" cy="4829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34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80" r:id="rId4"/>
    <p:sldLayoutId id="2147483705" r:id="rId5"/>
    <p:sldLayoutId id="2147483706" r:id="rId6"/>
    <p:sldLayoutId id="2147483682" r:id="rId7"/>
    <p:sldLayoutId id="2147483683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686" r:id="rId17"/>
    <p:sldLayoutId id="2147483708" r:id="rId18"/>
    <p:sldLayoutId id="2147483709" r:id="rId19"/>
    <p:sldLayoutId id="2147483707" r:id="rId20"/>
    <p:sldLayoutId id="2147483722" r:id="rId21"/>
    <p:sldLayoutId id="2147483723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C08AA-2148-527A-BB20-1D271A404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4"/>
            <a:ext cx="1051560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797B6-4643-3710-FBDF-B4E98217F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347469"/>
            <a:ext cx="10515600" cy="4829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2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743" r:id="rId19"/>
    <p:sldLayoutId id="2147483744" r:id="rId20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754" indent="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4" Type="http://schemas.openxmlformats.org/officeDocument/2006/relationships/hyperlink" Target="https://www.youtube.com/watch?v=dJ_dasmimE4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A616-0A91-5A9A-E32F-15F441DB3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80" y="1200150"/>
            <a:ext cx="6674069" cy="1088652"/>
          </a:xfrm>
        </p:spPr>
        <p:txBody>
          <a:bodyPr/>
          <a:lstStyle/>
          <a:p>
            <a:pPr algn="ctr"/>
            <a:r>
              <a:rPr lang="en-GB">
                <a:latin typeface="Times New Roman"/>
                <a:cs typeface="Times New Roman"/>
              </a:rPr>
              <a:t>DRS - Jaundice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4F977-DAAD-FF47-3FD5-579190CEB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6502" y="3029238"/>
            <a:ext cx="6674069" cy="177544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>
                <a:latin typeface="Arial"/>
                <a:cs typeface="Arial"/>
              </a:rPr>
              <a:t>Tutorial</a:t>
            </a:r>
          </a:p>
          <a:p>
            <a:pPr algn="ctr"/>
            <a:endParaRPr lang="en-US"/>
          </a:p>
          <a:p>
            <a:r>
              <a:rPr lang="en-US">
                <a:latin typeface="Arial"/>
                <a:cs typeface="Arial"/>
              </a:rPr>
              <a:t>Lecturer: Dr Li Yueming</a:t>
            </a:r>
          </a:p>
          <a:p>
            <a:pPr>
              <a:spcBef>
                <a:spcPct val="0"/>
              </a:spcBef>
            </a:pPr>
            <a:r>
              <a:rPr lang="en-US" altLang="en-US">
                <a:latin typeface="Times New Roman" panose="02020603050405020304" pitchFamily="18" charset="0"/>
              </a:rPr>
              <a:t>Acknowledgement: Prof. Trish Lalor</a:t>
            </a:r>
          </a:p>
          <a:p>
            <a:pPr>
              <a:spcBef>
                <a:spcPct val="0"/>
              </a:spcBef>
            </a:pPr>
            <a:r>
              <a:rPr lang="en-US" altLang="en-US">
                <a:latin typeface="Times New Roman" panose="02020603050405020304" pitchFamily="18" charset="0"/>
              </a:rPr>
              <a:t>                                Dr. Rogelio M. </a:t>
            </a:r>
            <a:r>
              <a:rPr lang="en-US" altLang="en-US" err="1">
                <a:latin typeface="Times New Roman" panose="02020603050405020304" pitchFamily="18" charset="0"/>
              </a:rPr>
              <a:t>Levardo</a:t>
            </a:r>
            <a:r>
              <a:rPr lang="en-US" altLang="en-US">
                <a:latin typeface="Times New Roman" panose="02020603050405020304" pitchFamily="18" charset="0"/>
              </a:rPr>
              <a:t> Jr.</a:t>
            </a:r>
            <a:endParaRPr lang="en-AE" altLang="en-US">
              <a:latin typeface="Times New Roman" panose="02020603050405020304" pitchFamily="18" charset="0"/>
            </a:endParaRPr>
          </a:p>
          <a:p>
            <a:pPr algn="ctr"/>
            <a:endParaRPr lang="en-US">
              <a:latin typeface="Arial"/>
              <a:cs typeface="Arial"/>
            </a:endParaRPr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</p:txBody>
      </p:sp>
      <p:pic>
        <p:nvPicPr>
          <p:cNvPr id="7" name="Picture Placeholder 3" descr="A high angle view of a city&#10;&#10;Description automatically generated">
            <a:extLst>
              <a:ext uri="{FF2B5EF4-FFF2-40B4-BE49-F238E27FC236}">
                <a16:creationId xmlns:a16="http://schemas.microsoft.com/office/drawing/2014/main" id="{F813AF6A-9651-DAA2-42A8-8E39E70C26F8}"/>
              </a:ext>
            </a:extLst>
          </p:cNvPr>
          <p:cNvPicPr>
            <a:picLocks noGrp="1" noChangeAspect="1"/>
          </p:cNvPicPr>
          <p:nvPr>
            <p:ph type="pic" idx="1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50163" y="0"/>
            <a:ext cx="4541837" cy="6854825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2402" y="5605444"/>
            <a:ext cx="1207113" cy="9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262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9B48A-1508-4038-6F28-54D6333A7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Times New Roman"/>
                <a:cs typeface="Times New Roman"/>
              </a:rPr>
              <a:t>Jaundice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B38A28-D010-4CB0-E156-D9235E12F0F2}"/>
              </a:ext>
            </a:extLst>
          </p:cNvPr>
          <p:cNvSpPr txBox="1"/>
          <p:nvPr/>
        </p:nvSpPr>
        <p:spPr>
          <a:xfrm>
            <a:off x="579120" y="1257975"/>
            <a:ext cx="658908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Jaundice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Where does bilirubin come from, and what causes jaundice?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EA9C72-8E4D-CC78-75DD-0C9A9E9484FE}"/>
              </a:ext>
            </a:extLst>
          </p:cNvPr>
          <p:cNvSpPr txBox="1"/>
          <p:nvPr/>
        </p:nvSpPr>
        <p:spPr>
          <a:xfrm>
            <a:off x="579120" y="2206012"/>
            <a:ext cx="7917180" cy="1881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Learning Outcomes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Understand jaundice and its causes.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Recognise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how the nature of jaundice suggests possible causes.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Understand that jaundice is not always caused by liver dysfunction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19EAD-D17F-598B-C696-78757245B48D}"/>
              </a:ext>
            </a:extLst>
          </p:cNvPr>
          <p:cNvSpPr txBox="1"/>
          <p:nvPr/>
        </p:nvSpPr>
        <p:spPr>
          <a:xfrm>
            <a:off x="579120" y="4569488"/>
            <a:ext cx="6096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From bilirubin metabolism to clinical diagnosis.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5E7C88-A85D-16FB-CB46-AFDC1C495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166" y="847580"/>
            <a:ext cx="3770253" cy="244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393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0314-5227-8F19-8FB6-BE3ED082F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Jaundice?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B98B45-8E39-AF8A-4E74-A9976CAA46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46" t="4258" b="8134"/>
          <a:stretch>
            <a:fillRect/>
          </a:stretch>
        </p:blipFill>
        <p:spPr>
          <a:xfrm>
            <a:off x="7296323" y="437429"/>
            <a:ext cx="3462961" cy="2350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478E24-ADB5-208A-0909-C0BB35EAB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323" y="3056466"/>
            <a:ext cx="3462961" cy="22745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7B4BEB-4EAE-8974-56F5-4EDC6D336EE6}"/>
              </a:ext>
            </a:extLst>
          </p:cNvPr>
          <p:cNvSpPr txBox="1"/>
          <p:nvPr/>
        </p:nvSpPr>
        <p:spPr>
          <a:xfrm>
            <a:off x="502919" y="1479398"/>
            <a:ext cx="6607743" cy="27938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Jaundice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= yellow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discolouration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Yellowing of the skin, eyes and other tissues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Caused by the accumulation of bilirubin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Increased bilirubin in the blood and tissue fluids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8AF67E-9538-C9EA-DC4B-8A1803ED561D}"/>
              </a:ext>
            </a:extLst>
          </p:cNvPr>
          <p:cNvSpPr txBox="1"/>
          <p:nvPr/>
        </p:nvSpPr>
        <p:spPr>
          <a:xfrm>
            <a:off x="502919" y="4712483"/>
            <a:ext cx="7145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Does jaundice always indicate liver disease?</a:t>
            </a:r>
          </a:p>
        </p:txBody>
      </p:sp>
    </p:spTree>
    <p:extLst>
      <p:ext uri="{BB962C8B-B14F-4D97-AF65-F5344CB8AC3E}">
        <p14:creationId xmlns:p14="http://schemas.microsoft.com/office/powerpoint/2010/main" val="3928176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BCD9-F136-BCFB-25BE-8499EFE7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How Do We Investigate Liver Disease?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CBF418-9D5C-BE81-CDD7-EE08CF1AE3AE}"/>
              </a:ext>
            </a:extLst>
          </p:cNvPr>
          <p:cNvSpPr txBox="1"/>
          <p:nvPr/>
        </p:nvSpPr>
        <p:spPr>
          <a:xfrm>
            <a:off x="143597" y="1123071"/>
            <a:ext cx="4187772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Liver-related blood tests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Bilirubin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AST / ALT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— liver enzymes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 / </a:t>
            </a:r>
            <a:r>
              <a:rPr lang="en-US" sz="200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gGT</a:t>
            </a:r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— hepatobiliary enzymes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Albumin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Total protein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027CD-1D66-E3F2-2721-DF9E1FEDDE9D}"/>
              </a:ext>
            </a:extLst>
          </p:cNvPr>
          <p:cNvGrpSpPr/>
          <p:nvPr/>
        </p:nvGrpSpPr>
        <p:grpSpPr>
          <a:xfrm>
            <a:off x="6633694" y="1007106"/>
            <a:ext cx="5455349" cy="5565021"/>
            <a:chOff x="3346510" y="986820"/>
            <a:chExt cx="5455349" cy="556502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CA65F7C-4ABB-9862-2B16-D7C8D98FB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9579" y="986820"/>
              <a:ext cx="3530600" cy="2298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BEA56F9-951B-F4CD-4A37-6C28B05B8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46510" y="3968500"/>
              <a:ext cx="1719096" cy="258334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90AE12D-B08A-A583-E5EC-05D57D3A6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49059" y="3968500"/>
              <a:ext cx="3352800" cy="2425700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B86D866-2093-CB9E-5574-67876A5EB1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089" y="3704420"/>
            <a:ext cx="5658600" cy="286770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0417A0B-FC44-CD7E-3D09-3229E328B5A9}"/>
              </a:ext>
            </a:extLst>
          </p:cNvPr>
          <p:cNvSpPr txBox="1"/>
          <p:nvPr/>
        </p:nvSpPr>
        <p:spPr>
          <a:xfrm>
            <a:off x="4187772" y="1123071"/>
            <a:ext cx="611857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Additional investigations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Autoantibodies and antibody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titres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Haematology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Viral markers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Metabolic indicators</a:t>
            </a:r>
          </a:p>
          <a:p>
            <a:pPr marL="228600" indent="-228600">
              <a:buFont typeface=""/>
              <a:buChar char="•"/>
            </a:pP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markers</a:t>
            </a:r>
          </a:p>
          <a:p>
            <a:pPr marL="228600" indent="-228600">
              <a:buFont typeface=""/>
              <a:buChar char="•"/>
            </a:pP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Other methods: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Imaging and biopsy</a:t>
            </a:r>
          </a:p>
        </p:txBody>
      </p:sp>
    </p:spTree>
    <p:extLst>
      <p:ext uri="{BB962C8B-B14F-4D97-AF65-F5344CB8AC3E}">
        <p14:creationId xmlns:p14="http://schemas.microsoft.com/office/powerpoint/2010/main" val="2967493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FBDFD-165F-896E-A9A8-16F8DEB6B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Bile Production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B61AF9-5073-3411-27C0-EB422E8602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8" t="1924" r="2803" b="1855"/>
          <a:stretch>
            <a:fillRect/>
          </a:stretch>
        </p:blipFill>
        <p:spPr>
          <a:xfrm>
            <a:off x="199534" y="2088277"/>
            <a:ext cx="4562011" cy="33721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CFCF50-7A91-19BC-EC43-CBE6959CE22E}"/>
              </a:ext>
            </a:extLst>
          </p:cNvPr>
          <p:cNvSpPr txBox="1"/>
          <p:nvPr/>
        </p:nvSpPr>
        <p:spPr>
          <a:xfrm>
            <a:off x="5051370" y="676507"/>
            <a:ext cx="714063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Production of Bile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Approximately 0.5 L produced per day by hepatocytes.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 few hundred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millilitres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can be stored in the gallbladder.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Bile is released into the intestine when required.</a:t>
            </a: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Functions of Bile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Emulsification of fat in the intestine.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Uptake of </a:t>
            </a: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fat-soluble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vitamins: A, D, E and K.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Excretion of substances that cannot be cleared by the kidneys, including cholesterol and bilirubin.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ED9213-F4A9-3A63-04D9-6233BB5CA2D1}"/>
              </a:ext>
            </a:extLst>
          </p:cNvPr>
          <p:cNvSpPr txBox="1"/>
          <p:nvPr/>
        </p:nvSpPr>
        <p:spPr>
          <a:xfrm>
            <a:off x="5151137" y="3917008"/>
            <a:ext cx="694109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Bile Salt Recycling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Total bile salt pool: approximately 3.5 g.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Bile salts are recycled 6–8 times per day.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Recycling maintains the supply needed for digestion and excretion.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Some bile salts are lost through the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faecal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route.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01D1DE-350A-D044-A8D8-26C40A5FF987}"/>
              </a:ext>
            </a:extLst>
          </p:cNvPr>
          <p:cNvSpPr txBox="1"/>
          <p:nvPr/>
        </p:nvSpPr>
        <p:spPr>
          <a:xfrm>
            <a:off x="4929494" y="6020460"/>
            <a:ext cx="73843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Repeated recycling allows the bile salt pool to be reused.</a:t>
            </a:r>
          </a:p>
        </p:txBody>
      </p:sp>
    </p:spTree>
    <p:extLst>
      <p:ext uri="{BB962C8B-B14F-4D97-AF65-F5344CB8AC3E}">
        <p14:creationId xmlns:p14="http://schemas.microsoft.com/office/powerpoint/2010/main" val="2890239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F1EAF-6A83-06A1-A1BF-9AB94007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Where Does Bilirubin Come From?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1E6F2-8A64-5897-E2A4-6209B1116CD5}"/>
              </a:ext>
            </a:extLst>
          </p:cNvPr>
          <p:cNvSpPr txBox="1"/>
          <p:nvPr/>
        </p:nvSpPr>
        <p:spPr>
          <a:xfrm>
            <a:off x="0" y="1351508"/>
            <a:ext cx="6442509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Bilirubin Metabolism</a:t>
            </a:r>
          </a:p>
          <a:p>
            <a:pPr>
              <a:lnSpc>
                <a:spcPct val="150000"/>
              </a:lnSpc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Bilirubin is a product of </a:t>
            </a:r>
            <a:r>
              <a:rPr lang="en-US" sz="2400" b="1" err="1">
                <a:latin typeface="Arial" panose="020B0604020202020204" pitchFamily="34" charset="0"/>
                <a:cs typeface="Arial" panose="020B0604020202020204" pitchFamily="34" charset="0"/>
              </a:rPr>
              <a:t>haem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catabolism.</a:t>
            </a:r>
          </a:p>
          <a:p>
            <a:pPr>
              <a:lnSpc>
                <a:spcPct val="150000"/>
              </a:lnSpc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Sources of </a:t>
            </a:r>
            <a:r>
              <a:rPr lang="en-US" sz="2400" b="1" err="1">
                <a:latin typeface="Arial" panose="020B0604020202020204" pitchFamily="34" charset="0"/>
                <a:cs typeface="Arial" panose="020B0604020202020204" pitchFamily="34" charset="0"/>
              </a:rPr>
              <a:t>haem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28600" indent="-228600">
              <a:buFont typeface="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Red blood cells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Myoglobin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Cytochromes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Peroxidases</a:t>
            </a:r>
          </a:p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Daily bilirubin production: Approximately 250–300 mg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4FEC332-EB8C-AE4E-967B-D9FA4938E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716" y="1295444"/>
            <a:ext cx="5860284" cy="421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05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84C7C-E9D7-7143-3FCD-0910BCC20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Haem Breakdown in Macrophages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DCD3E5-8D23-FEA2-7ABD-3C0C5F9D3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338" y="915585"/>
            <a:ext cx="4299284" cy="30511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6ACBC2-6F2E-CC8A-9B44-57296F5F8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16" y="1949554"/>
            <a:ext cx="7057536" cy="37293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5B5092-7F8C-3199-AE7C-351C21BD4201}"/>
              </a:ext>
            </a:extLst>
          </p:cNvPr>
          <p:cNvSpPr txBox="1"/>
          <p:nvPr/>
        </p:nvSpPr>
        <p:spPr>
          <a:xfrm>
            <a:off x="502920" y="1364779"/>
            <a:ext cx="5757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Inside the macrophages </a:t>
            </a:r>
          </a:p>
        </p:txBody>
      </p:sp>
    </p:spTree>
    <p:extLst>
      <p:ext uri="{BB962C8B-B14F-4D97-AF65-F5344CB8AC3E}">
        <p14:creationId xmlns:p14="http://schemas.microsoft.com/office/powerpoint/2010/main" val="1404876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2C821-E4A2-67CD-F70F-CA651B2A9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Times New Roman"/>
                <a:cs typeface="Times New Roman"/>
              </a:rPr>
              <a:t>Bilirubin Transport and Conjugation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839219-CEA5-2538-BF70-4704F62D0BCD}"/>
              </a:ext>
            </a:extLst>
          </p:cNvPr>
          <p:cNvSpPr txBox="1"/>
          <p:nvPr/>
        </p:nvSpPr>
        <p:spPr>
          <a:xfrm>
            <a:off x="502920" y="1166842"/>
            <a:ext cx="5472768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Unconjugated Bilirubin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water-soluble.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Transported to the liver bound to albumin.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Conjugation in the Liver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Occurs in hepatocytes.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Bilirubin is conjugated with glucuronic acid.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Enzyme: UDP-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glucuronyltransferase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Conjugated Bilirubin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Water-soluble.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be excreted into bile.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92C8D6-45BF-3CFA-BB7F-49641D802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276" y="1001681"/>
            <a:ext cx="6907723" cy="567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54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7A73-0A1C-B78F-6C19-200685A61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Bilirubin Excretion and Recycling</a:t>
            </a:r>
            <a:endParaRPr lang="en-US"/>
          </a:p>
        </p:txBody>
      </p:sp>
      <p:pic>
        <p:nvPicPr>
          <p:cNvPr id="4" name="图片 3" descr="手机屏幕截图&#10;&#10;AI 生成的内容可能不正确。">
            <a:extLst>
              <a:ext uri="{FF2B5EF4-FFF2-40B4-BE49-F238E27FC236}">
                <a16:creationId xmlns:a16="http://schemas.microsoft.com/office/drawing/2014/main" id="{0A07402C-0909-15A0-C671-5FA6DAD4F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71172"/>
            <a:ext cx="4773461" cy="340562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B11A71F-BF54-8950-3870-7AC2E202019A}"/>
              </a:ext>
            </a:extLst>
          </p:cNvPr>
          <p:cNvSpPr txBox="1"/>
          <p:nvPr/>
        </p:nvSpPr>
        <p:spPr>
          <a:xfrm>
            <a:off x="5577840" y="1711960"/>
            <a:ext cx="6096000" cy="22398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Fate of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urobilinogens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Some are reabsorbed and returned to the liver.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Some are excreted in urine.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F6FD72-8218-9EDB-B660-EE6E1D47086D}"/>
              </a:ext>
            </a:extLst>
          </p:cNvPr>
          <p:cNvSpPr txBox="1"/>
          <p:nvPr/>
        </p:nvSpPr>
        <p:spPr>
          <a:xfrm>
            <a:off x="7086600" y="5679225"/>
            <a:ext cx="5105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hlinkClick r:id="rId4"/>
              </a:rPr>
              <a:t>https://www.youtube.com/watch?v=dJ_dasmimE4</a:t>
            </a:r>
            <a:endParaRPr lang="en-GB"/>
          </a:p>
          <a:p>
            <a:r>
              <a:rPr lang="en-US"/>
              <a:t>Time stamp: </a:t>
            </a:r>
            <a:r>
              <a:rPr lang="en-US">
                <a:solidFill>
                  <a:srgbClr val="FF0000"/>
                </a:solidFill>
              </a:rPr>
              <a:t>1min 20 sec to 8 min 03 sec</a:t>
            </a:r>
          </a:p>
        </p:txBody>
      </p:sp>
    </p:spTree>
    <p:extLst>
      <p:ext uri="{BB962C8B-B14F-4D97-AF65-F5344CB8AC3E}">
        <p14:creationId xmlns:p14="http://schemas.microsoft.com/office/powerpoint/2010/main" val="372905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A735-9619-5295-3319-B581EE2F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Classification of Jaundice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E85AD76-416F-2BA7-625D-15C46323F4F6}"/>
              </a:ext>
            </a:extLst>
          </p:cNvPr>
          <p:cNvSpPr txBox="1"/>
          <p:nvPr/>
        </p:nvSpPr>
        <p:spPr>
          <a:xfrm>
            <a:off x="1539617" y="1841231"/>
            <a:ext cx="1022924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Jaundice can be classified according to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 problem occurs.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Pre-hepatic: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Before the liver,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Haemolysis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Intrahepatic: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Within the liver, Liver injury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Extrahepatic / Post-hepatic: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After the liver, Obstructed bile flow</a:t>
            </a:r>
          </a:p>
        </p:txBody>
      </p:sp>
    </p:spTree>
    <p:extLst>
      <p:ext uri="{BB962C8B-B14F-4D97-AF65-F5344CB8AC3E}">
        <p14:creationId xmlns:p14="http://schemas.microsoft.com/office/powerpoint/2010/main" val="135557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3ED2-BCCD-12BC-9B77-4BE7770BB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19" y="437430"/>
            <a:ext cx="11480533" cy="478155"/>
          </a:xfrm>
        </p:spPr>
        <p:txBody>
          <a:bodyPr/>
          <a:lstStyle/>
          <a:p>
            <a:r>
              <a:rPr lang="en-GB" dirty="0"/>
              <a:t>Pre-hepatic Jaundice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4B2921-1914-C195-8B78-9BCE602A1217}"/>
              </a:ext>
            </a:extLst>
          </p:cNvPr>
          <p:cNvSpPr txBox="1"/>
          <p:nvPr/>
        </p:nvSpPr>
        <p:spPr>
          <a:xfrm>
            <a:off x="329827" y="1357125"/>
            <a:ext cx="479562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Pre-hepatic Jaundice</a:t>
            </a:r>
          </a:p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Main mechanism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Increased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haem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breakdown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Increased production of bilirubin</a:t>
            </a:r>
          </a:p>
          <a:p>
            <a:pPr marL="228600" indent="-228600">
              <a:buFont typeface=""/>
              <a:buChar char="•"/>
            </a:pP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Haemolysis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D829C2-D2F8-16E3-45CD-162D474026BC}"/>
              </a:ext>
            </a:extLst>
          </p:cNvPr>
          <p:cNvSpPr txBox="1"/>
          <p:nvPr/>
        </p:nvSpPr>
        <p:spPr>
          <a:xfrm>
            <a:off x="329827" y="3646617"/>
            <a:ext cx="510374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Increased bilirubin does not always indicate primary liver injury.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749616-FC66-EDAB-02CA-EB5E4A903D5B}"/>
              </a:ext>
            </a:extLst>
          </p:cNvPr>
          <p:cNvGrpSpPr/>
          <p:nvPr/>
        </p:nvGrpSpPr>
        <p:grpSpPr>
          <a:xfrm>
            <a:off x="3922918" y="3737657"/>
            <a:ext cx="7983727" cy="2768394"/>
            <a:chOff x="-939463" y="1789081"/>
            <a:chExt cx="10707749" cy="3863268"/>
          </a:xfrm>
        </p:grpSpPr>
        <p:pic>
          <p:nvPicPr>
            <p:cNvPr id="8" name="Picture 7" descr="human_liver.jpg">
              <a:extLst>
                <a:ext uri="{FF2B5EF4-FFF2-40B4-BE49-F238E27FC236}">
                  <a16:creationId xmlns:a16="http://schemas.microsoft.com/office/drawing/2014/main" id="{D8B6C46E-FE5A-B30A-FC22-D4A581553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48956" y="2420577"/>
              <a:ext cx="3611403" cy="270855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BB8FD2-2FB4-FFC3-9368-E2A84C2D5E5A}"/>
                </a:ext>
              </a:extLst>
            </p:cNvPr>
            <p:cNvSpPr txBox="1"/>
            <p:nvPr/>
          </p:nvSpPr>
          <p:spPr>
            <a:xfrm>
              <a:off x="-939463" y="2312301"/>
              <a:ext cx="29145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err="1"/>
                <a:t>Haem</a:t>
              </a:r>
              <a:r>
                <a:rPr lang="en-US" sz="2800" b="1"/>
                <a:t> metabolism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8545FF-E68E-A8FD-A1E0-E03B7F79A433}"/>
                </a:ext>
              </a:extLst>
            </p:cNvPr>
            <p:cNvSpPr txBox="1"/>
            <p:nvPr/>
          </p:nvSpPr>
          <p:spPr>
            <a:xfrm>
              <a:off x="109187" y="3774853"/>
              <a:ext cx="2501281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>
                  <a:solidFill>
                    <a:srgbClr val="FF6600"/>
                  </a:solidFill>
                </a:rPr>
                <a:t>Bilirubin</a:t>
              </a:r>
            </a:p>
            <a:p>
              <a:pPr algn="ctr"/>
              <a:r>
                <a:rPr lang="en-US" sz="2800" b="1">
                  <a:solidFill>
                    <a:srgbClr val="FF6600"/>
                  </a:solidFill>
                </a:rPr>
                <a:t>(Unconjugated)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60F1EC4-B358-FE7A-E3F0-0E655B62E56A}"/>
                </a:ext>
              </a:extLst>
            </p:cNvPr>
            <p:cNvCxnSpPr/>
            <p:nvPr/>
          </p:nvCxnSpPr>
          <p:spPr>
            <a:xfrm>
              <a:off x="1359828" y="3051567"/>
              <a:ext cx="0" cy="72328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6B063D9-6889-8536-50BF-623A69D756D3}"/>
                </a:ext>
              </a:extLst>
            </p:cNvPr>
            <p:cNvSpPr txBox="1"/>
            <p:nvPr/>
          </p:nvSpPr>
          <p:spPr>
            <a:xfrm>
              <a:off x="3016760" y="1789081"/>
              <a:ext cx="373756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>
                  <a:solidFill>
                    <a:srgbClr val="FF0000"/>
                  </a:solidFill>
                </a:rPr>
                <a:t>‘Pre’ Hepatic Jaundice  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08B2071-2FE2-E268-7A7B-24F4232F4476}"/>
                </a:ext>
              </a:extLst>
            </p:cNvPr>
            <p:cNvSpPr txBox="1"/>
            <p:nvPr/>
          </p:nvSpPr>
          <p:spPr>
            <a:xfrm>
              <a:off x="6954311" y="2420577"/>
              <a:ext cx="2813975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</a:rPr>
                <a:t>Increased Unconjugated </a:t>
              </a:r>
            </a:p>
            <a:p>
              <a:pPr algn="ctr"/>
              <a:r>
                <a:rPr lang="en-US" sz="2000" b="1">
                  <a:solidFill>
                    <a:srgbClr val="FF6600"/>
                  </a:solidFill>
                </a:rPr>
                <a:t>Bilirubin</a:t>
              </a:r>
            </a:p>
            <a:p>
              <a:pPr algn="ctr"/>
              <a:endParaRPr lang="en-US" sz="2000" b="1">
                <a:solidFill>
                  <a:srgbClr val="FF6600"/>
                </a:solidFill>
              </a:endParaRPr>
            </a:p>
            <a:p>
              <a:pPr algn="ctr"/>
              <a:r>
                <a:rPr lang="en-US" sz="2000" b="1">
                  <a:solidFill>
                    <a:srgbClr val="008000"/>
                  </a:solidFill>
                </a:rPr>
                <a:t>Normal AST/ALT</a:t>
              </a:r>
            </a:p>
            <a:p>
              <a:pPr algn="ctr"/>
              <a:r>
                <a:rPr lang="en-US" sz="2000" b="1">
                  <a:solidFill>
                    <a:srgbClr val="008000"/>
                  </a:solidFill>
                </a:rPr>
                <a:t>Normal ALP/</a:t>
              </a:r>
              <a:r>
                <a:rPr lang="en-US" sz="2000" b="1" err="1">
                  <a:solidFill>
                    <a:srgbClr val="008000"/>
                  </a:solidFill>
                </a:rPr>
                <a:t>gGT</a:t>
              </a:r>
              <a:endParaRPr lang="en-US" sz="2000" b="1">
                <a:solidFill>
                  <a:srgbClr val="008000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34668C1-B3BD-AE9F-E8DF-FBADBFB9ED4B}"/>
                </a:ext>
              </a:extLst>
            </p:cNvPr>
            <p:cNvCxnSpPr>
              <a:cxnSpLocks/>
            </p:cNvCxnSpPr>
            <p:nvPr/>
          </p:nvCxnSpPr>
          <p:spPr>
            <a:xfrm>
              <a:off x="8167686" y="4593834"/>
              <a:ext cx="0" cy="5352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B346BC7-E3BA-C920-50CE-FC3C0DB32A4D}"/>
                </a:ext>
              </a:extLst>
            </p:cNvPr>
            <p:cNvSpPr txBox="1"/>
            <p:nvPr/>
          </p:nvSpPr>
          <p:spPr>
            <a:xfrm>
              <a:off x="6092889" y="5129129"/>
              <a:ext cx="30511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>
                  <a:solidFill>
                    <a:srgbClr val="FF0000"/>
                  </a:solidFill>
                </a:rPr>
                <a:t>Gilberts’ Syndrome</a:t>
              </a: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BC43D8C4-39D2-C493-DA7A-964F765E6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316" y="915585"/>
            <a:ext cx="3665482" cy="263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17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93C6-9027-7BE0-F10E-FF0BD696F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19" y="437430"/>
            <a:ext cx="11119585" cy="478155"/>
          </a:xfrm>
        </p:spPr>
        <p:txBody>
          <a:bodyPr/>
          <a:lstStyle/>
          <a:p>
            <a:r>
              <a:rPr lang="en-GB"/>
              <a:t>Haemolytic Anaemia and Liver-Related Findings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93677-184D-6AC8-5028-BE21AFEF9D85}"/>
              </a:ext>
            </a:extLst>
          </p:cNvPr>
          <p:cNvSpPr txBox="1"/>
          <p:nvPr/>
        </p:nvSpPr>
        <p:spPr>
          <a:xfrm>
            <a:off x="502919" y="1109066"/>
            <a:ext cx="1162250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Haemolytic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Anaemia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</a:p>
          <a:p>
            <a:pPr marL="228600" indent="-228600">
              <a:buFont typeface="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Haemolytic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anaemia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— red blood cell destruction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Paroxysmal nocturnal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haemoglobinuria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(PNH) — genetic condition associated with fragile RBCs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Sickle cell disease — genetic condition involving variant forms of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haemoglobin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5C34E-12D4-97FE-90B0-6D8E90916A4B}"/>
              </a:ext>
            </a:extLst>
          </p:cNvPr>
          <p:cNvSpPr txBox="1"/>
          <p:nvPr/>
        </p:nvSpPr>
        <p:spPr>
          <a:xfrm>
            <a:off x="502919" y="3194389"/>
            <a:ext cx="4788569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Liver-related findings in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anaemias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Gallstones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Increased bilirubin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Dark urine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Hepatomegaly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Splenomegaly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Elevated AST / ALT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25E49E-DFD2-D195-160E-31D226554EA2}"/>
              </a:ext>
            </a:extLst>
          </p:cNvPr>
          <p:cNvSpPr txBox="1"/>
          <p:nvPr/>
        </p:nvSpPr>
        <p:spPr>
          <a:xfrm>
            <a:off x="4798596" y="3558824"/>
            <a:ext cx="499510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Thrombosis</a:t>
            </a:r>
          </a:p>
          <a:p>
            <a:pPr marL="228600" indent="-228600">
              <a:buFont typeface=""/>
              <a:buChar char="•"/>
            </a:pP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Transfusional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iron overload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Hepatic thrombosis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Coagulation deficit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Altered MRI signal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B8A359-74E0-5949-A7CC-06DF55BE8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104" y="4304981"/>
            <a:ext cx="2776159" cy="200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221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18091-15D0-6001-9D42-F76E84D5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Clinical Example: Sickle Cell Disease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EFB73C-36EE-0A9B-C0CB-53BF60C0E5D4}"/>
              </a:ext>
            </a:extLst>
          </p:cNvPr>
          <p:cNvSpPr txBox="1"/>
          <p:nvPr/>
        </p:nvSpPr>
        <p:spPr>
          <a:xfrm>
            <a:off x="5201655" y="915585"/>
            <a:ext cx="6853988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Patient: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41-year-old man with SCD</a:t>
            </a: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Presentation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Right upper quadrant pain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Jaundice and fatigue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Abdominal tenderness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Enlarged liver and spleen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Swollen abdomen</a:t>
            </a: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Medical history and imaging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Previous cholecystectomy for gallstones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Ultrasound: signs of liver disease and moderate ascites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Gallbladder and spleen absent on imaging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No biliary obstruction</a:t>
            </a:r>
          </a:p>
        </p:txBody>
      </p:sp>
      <p:pic>
        <p:nvPicPr>
          <p:cNvPr id="6" name="Picture 2" descr="Sickle cell disease: A practical guide for parents">
            <a:extLst>
              <a:ext uri="{FF2B5EF4-FFF2-40B4-BE49-F238E27FC236}">
                <a16:creationId xmlns:a16="http://schemas.microsoft.com/office/drawing/2014/main" id="{681C6E5B-87CB-57B2-0B19-7108D34F0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98" y="1396865"/>
            <a:ext cx="3543703" cy="265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B50520-4751-DEE6-4A7C-F38E53A7CF46}"/>
              </a:ext>
            </a:extLst>
          </p:cNvPr>
          <p:cNvSpPr txBox="1"/>
          <p:nvPr/>
        </p:nvSpPr>
        <p:spPr>
          <a:xfrm>
            <a:off x="3021932" y="4535922"/>
            <a:ext cx="614813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Blood tests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Increased bilirubin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Reduced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haemoglobin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haematocrit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Elevated WBC and platelets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Mildly elevated liver enzymes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Reduced albumin and raised INR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Negative viral markers</a:t>
            </a:r>
          </a:p>
        </p:txBody>
      </p:sp>
    </p:spTree>
    <p:extLst>
      <p:ext uri="{BB962C8B-B14F-4D97-AF65-F5344CB8AC3E}">
        <p14:creationId xmlns:p14="http://schemas.microsoft.com/office/powerpoint/2010/main" val="846707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EC9B5-4001-C806-4CAF-B6949F8F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Clinical Example: Treatment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E504C5-FA82-14D8-A812-881E5582E39F}"/>
              </a:ext>
            </a:extLst>
          </p:cNvPr>
          <p:cNvSpPr txBox="1"/>
          <p:nvPr/>
        </p:nvSpPr>
        <p:spPr>
          <a:xfrm>
            <a:off x="411290" y="1774335"/>
            <a:ext cx="6096000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Treatment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Aggressive manual exchange red blood cell transfusion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Target: reduce HbS to below 30%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Fresh plasma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Vitamin K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Treatment aims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Reduce HbS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Correct abnormal INR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Clinical monitoring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Bilirubin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HbS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INR</a:t>
            </a:r>
          </a:p>
        </p:txBody>
      </p:sp>
      <p:pic>
        <p:nvPicPr>
          <p:cNvPr id="8" name="Picture 7" descr="1.1.tiff">
            <a:extLst>
              <a:ext uri="{FF2B5EF4-FFF2-40B4-BE49-F238E27FC236}">
                <a16:creationId xmlns:a16="http://schemas.microsoft.com/office/drawing/2014/main" id="{951E6E3C-1B5B-750A-49DE-5790CC09A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978" y="814377"/>
            <a:ext cx="6340524" cy="60133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951FE0-0EFE-3C0D-5F89-F1B027186554}"/>
              </a:ext>
            </a:extLst>
          </p:cNvPr>
          <p:cNvSpPr txBox="1"/>
          <p:nvPr/>
        </p:nvSpPr>
        <p:spPr>
          <a:xfrm>
            <a:off x="7750229" y="1025669"/>
            <a:ext cx="2774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Exchange transfusion days</a:t>
            </a:r>
            <a:endParaRPr lang="en-A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4EC5FA-DDEA-23AB-0106-C75F9A6169C4}"/>
              </a:ext>
            </a:extLst>
          </p:cNvPr>
          <p:cNvSpPr txBox="1"/>
          <p:nvPr/>
        </p:nvSpPr>
        <p:spPr>
          <a:xfrm>
            <a:off x="411290" y="1025669"/>
            <a:ext cx="6094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The diagnosis in this patient was </a:t>
            </a:r>
            <a:r>
              <a:rPr lang="en-US" altLang="zh-CN" sz="2000" b="1" dirty="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sickle cell intrahepatic cholestasis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064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4DC00-9093-E23E-C1A6-6A91D185F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Gilbert's Syndrome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AF7A6A-B460-1D00-C2C6-7C7E62ED74FA}"/>
              </a:ext>
            </a:extLst>
          </p:cNvPr>
          <p:cNvSpPr txBox="1"/>
          <p:nvPr/>
        </p:nvSpPr>
        <p:spPr>
          <a:xfrm>
            <a:off x="327340" y="1078790"/>
            <a:ext cx="632986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Cause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Mutation affecting the bilirubin UDP-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glucuronyltransferase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1 gene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Reduced bilirubin conjugation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Increased unconjugated bilirubin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Clinical importance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Exclude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haemolysis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other liver diseases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Generally benign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Recognition helps avoid unnecessary investigations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75D3381-03AF-42E6-7CBD-7C83851F843B}"/>
              </a:ext>
            </a:extLst>
          </p:cNvPr>
          <p:cNvGrpSpPr/>
          <p:nvPr/>
        </p:nvGrpSpPr>
        <p:grpSpPr>
          <a:xfrm>
            <a:off x="3986863" y="3652176"/>
            <a:ext cx="7855226" cy="2768394"/>
            <a:chOff x="-939463" y="1789081"/>
            <a:chExt cx="10707749" cy="3863268"/>
          </a:xfrm>
        </p:grpSpPr>
        <p:pic>
          <p:nvPicPr>
            <p:cNvPr id="6" name="Picture 5" descr="human_liver.jpg">
              <a:extLst>
                <a:ext uri="{FF2B5EF4-FFF2-40B4-BE49-F238E27FC236}">
                  <a16:creationId xmlns:a16="http://schemas.microsoft.com/office/drawing/2014/main" id="{F8598908-BD88-2C93-884B-2813D65AB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48956" y="2420577"/>
              <a:ext cx="3611403" cy="270855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2B69824-A9D3-2CBA-5418-4D6FB2E9FEE8}"/>
                </a:ext>
              </a:extLst>
            </p:cNvPr>
            <p:cNvSpPr txBox="1"/>
            <p:nvPr/>
          </p:nvSpPr>
          <p:spPr>
            <a:xfrm>
              <a:off x="-939463" y="2312301"/>
              <a:ext cx="29145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err="1"/>
                <a:t>Haem</a:t>
              </a:r>
              <a:r>
                <a:rPr lang="en-US" sz="2800" b="1"/>
                <a:t> metabolism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085302-D0C6-F59F-2210-215C413A9DBA}"/>
                </a:ext>
              </a:extLst>
            </p:cNvPr>
            <p:cNvSpPr txBox="1"/>
            <p:nvPr/>
          </p:nvSpPr>
          <p:spPr>
            <a:xfrm>
              <a:off x="109187" y="3774853"/>
              <a:ext cx="2501281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F6600"/>
                  </a:solidFill>
                </a:rPr>
                <a:t>Bilirubin</a:t>
              </a:r>
            </a:p>
            <a:p>
              <a:pPr algn="ctr"/>
              <a:r>
                <a:rPr lang="en-US" sz="2800" b="1" dirty="0">
                  <a:solidFill>
                    <a:srgbClr val="FF6600"/>
                  </a:solidFill>
                </a:rPr>
                <a:t>(Unconjugated)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C1B1977-5E8B-91B8-7B25-85EB12AFC7D4}"/>
                </a:ext>
              </a:extLst>
            </p:cNvPr>
            <p:cNvCxnSpPr/>
            <p:nvPr/>
          </p:nvCxnSpPr>
          <p:spPr>
            <a:xfrm>
              <a:off x="1359828" y="3051567"/>
              <a:ext cx="0" cy="72328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0A0E78-EDCA-DAFB-1FF6-EF859E84B57A}"/>
                </a:ext>
              </a:extLst>
            </p:cNvPr>
            <p:cNvSpPr txBox="1"/>
            <p:nvPr/>
          </p:nvSpPr>
          <p:spPr>
            <a:xfrm>
              <a:off x="3016760" y="1789081"/>
              <a:ext cx="373756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>
                  <a:solidFill>
                    <a:srgbClr val="FF0000"/>
                  </a:solidFill>
                </a:rPr>
                <a:t>‘Pre’ Hepatic Jaundice 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E3A937-6AFB-8826-A80C-BCD138C8F334}"/>
                </a:ext>
              </a:extLst>
            </p:cNvPr>
            <p:cNvSpPr txBox="1"/>
            <p:nvPr/>
          </p:nvSpPr>
          <p:spPr>
            <a:xfrm>
              <a:off x="6954311" y="2420577"/>
              <a:ext cx="2813975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>
                  <a:solidFill>
                    <a:srgbClr val="FF6600"/>
                  </a:solidFill>
                </a:rPr>
                <a:t>Increased Unconjugated </a:t>
              </a:r>
            </a:p>
            <a:p>
              <a:pPr algn="ctr"/>
              <a:r>
                <a:rPr lang="en-US" sz="2000" b="1">
                  <a:solidFill>
                    <a:srgbClr val="FF6600"/>
                  </a:solidFill>
                </a:rPr>
                <a:t>Bilirubin</a:t>
              </a:r>
            </a:p>
            <a:p>
              <a:pPr algn="ctr"/>
              <a:endParaRPr lang="en-US" sz="2000" b="1">
                <a:solidFill>
                  <a:srgbClr val="FF6600"/>
                </a:solidFill>
              </a:endParaRPr>
            </a:p>
            <a:p>
              <a:pPr algn="ctr"/>
              <a:r>
                <a:rPr lang="en-US" sz="2000" b="1">
                  <a:solidFill>
                    <a:srgbClr val="008000"/>
                  </a:solidFill>
                </a:rPr>
                <a:t>Normal AST/ALT</a:t>
              </a:r>
            </a:p>
            <a:p>
              <a:pPr algn="ctr"/>
              <a:r>
                <a:rPr lang="en-US" sz="2000" b="1">
                  <a:solidFill>
                    <a:srgbClr val="008000"/>
                  </a:solidFill>
                </a:rPr>
                <a:t>Normal ALP/</a:t>
              </a:r>
              <a:r>
                <a:rPr lang="en-US" sz="2000" b="1" err="1">
                  <a:solidFill>
                    <a:srgbClr val="008000"/>
                  </a:solidFill>
                </a:rPr>
                <a:t>gGT</a:t>
              </a:r>
              <a:endParaRPr lang="en-US" sz="2000" b="1">
                <a:solidFill>
                  <a:srgbClr val="008000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79BDCA6-AA31-4BA4-CD3C-D67D76AA440D}"/>
                </a:ext>
              </a:extLst>
            </p:cNvPr>
            <p:cNvCxnSpPr>
              <a:cxnSpLocks/>
            </p:cNvCxnSpPr>
            <p:nvPr/>
          </p:nvCxnSpPr>
          <p:spPr>
            <a:xfrm>
              <a:off x="8167686" y="4593834"/>
              <a:ext cx="0" cy="5352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FFD1BA5-A908-2098-806F-4F3C0822F750}"/>
                </a:ext>
              </a:extLst>
            </p:cNvPr>
            <p:cNvSpPr txBox="1"/>
            <p:nvPr/>
          </p:nvSpPr>
          <p:spPr>
            <a:xfrm>
              <a:off x="6092889" y="5129129"/>
              <a:ext cx="30511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>
                  <a:solidFill>
                    <a:srgbClr val="FF0000"/>
                  </a:solidFill>
                </a:rPr>
                <a:t>Gilberts’ Syndrome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0F3BF79-2795-CAB5-5C25-8154E69433E0}"/>
              </a:ext>
            </a:extLst>
          </p:cNvPr>
          <p:cNvSpPr txBox="1"/>
          <p:nvPr/>
        </p:nvSpPr>
        <p:spPr>
          <a:xfrm>
            <a:off x="5989722" y="1222979"/>
            <a:ext cx="62022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Clinical features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Approximately 10% of the Caucasian population 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Increased bilirubin during fasting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Bilirubin may also increase during illness or surgery</a:t>
            </a:r>
          </a:p>
        </p:txBody>
      </p:sp>
    </p:spTree>
    <p:extLst>
      <p:ext uri="{BB962C8B-B14F-4D97-AF65-F5344CB8AC3E}">
        <p14:creationId xmlns:p14="http://schemas.microsoft.com/office/powerpoint/2010/main" val="4068266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45134-FF71-3F83-4497-F137B75D4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Neonatal Jaundice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4C25AE-F3E8-E48B-D051-59068E27BBF0}"/>
              </a:ext>
            </a:extLst>
          </p:cNvPr>
          <p:cNvSpPr txBox="1"/>
          <p:nvPr/>
        </p:nvSpPr>
        <p:spPr>
          <a:xfrm>
            <a:off x="386839" y="1299463"/>
            <a:ext cx="6555381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Clinical features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Very common in newborn babies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up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90% of babies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More common in premature babies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Mechanism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Delayed clearance of bilirubin produced during red blood cell breakdown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Treatment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Phototherapy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When is it concerning?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Persistent jaundice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Pale stools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Dark urine</a:t>
            </a:r>
          </a:p>
        </p:txBody>
      </p:sp>
      <p:pic>
        <p:nvPicPr>
          <p:cNvPr id="6" name="Picture 5" descr="yelow alert.tiff">
            <a:extLst>
              <a:ext uri="{FF2B5EF4-FFF2-40B4-BE49-F238E27FC236}">
                <a16:creationId xmlns:a16="http://schemas.microsoft.com/office/drawing/2014/main" id="{7E757313-2B80-563A-4325-D3CD2A09B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280" y="283463"/>
            <a:ext cx="3606800" cy="203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1B354E-8408-29E6-F47A-5CEDE1D94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516" y="2907499"/>
            <a:ext cx="4369644" cy="290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194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6CE69-4ABA-4CF2-2B44-7B1A01200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19" y="437430"/>
            <a:ext cx="11460443" cy="478155"/>
          </a:xfrm>
        </p:spPr>
        <p:txBody>
          <a:bodyPr/>
          <a:lstStyle/>
          <a:p>
            <a:r>
              <a:rPr lang="en-GB"/>
              <a:t>Intrahepatic Jaundice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847FE4-844A-C3EC-27F9-DCBAF53D296C}"/>
              </a:ext>
            </a:extLst>
          </p:cNvPr>
          <p:cNvSpPr txBox="1"/>
          <p:nvPr/>
        </p:nvSpPr>
        <p:spPr>
          <a:xfrm>
            <a:off x="262131" y="1239868"/>
            <a:ext cx="6096000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Mechanism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Damage or dysfunction of hepatocytes.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Impaired processing and excretion of bilirubin.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Both conjugated and unconjugated bilirubin may increase.</a:t>
            </a:r>
          </a:p>
        </p:txBody>
      </p:sp>
      <p:pic>
        <p:nvPicPr>
          <p:cNvPr id="5" name="图片 4" descr="图片包含 图表&#10;&#10;AI 生成的内容可能不正确。">
            <a:extLst>
              <a:ext uri="{FF2B5EF4-FFF2-40B4-BE49-F238E27FC236}">
                <a16:creationId xmlns:a16="http://schemas.microsoft.com/office/drawing/2014/main" id="{811591F4-6E31-A181-09A4-9B1220AF3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607" y="869723"/>
            <a:ext cx="5555771" cy="214212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62782BA-951D-C313-A694-0FF7A93F362F}"/>
              </a:ext>
            </a:extLst>
          </p:cNvPr>
          <p:cNvSpPr txBox="1"/>
          <p:nvPr/>
        </p:nvSpPr>
        <p:spPr>
          <a:xfrm>
            <a:off x="262131" y="2998972"/>
            <a:ext cx="609600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Common causes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Acute hepatitis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Chronic hepatitis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Cirrhosis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AFA2D7-21FD-EC79-C0AE-E4FC2AAD3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676" y="3336128"/>
            <a:ext cx="6797702" cy="315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312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F7745-3640-934D-F18B-F2C1963A3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Hepatitis and Liver Cell Injury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94A941-E69F-CAAA-360A-25F51085E49E}"/>
              </a:ext>
            </a:extLst>
          </p:cNvPr>
          <p:cNvSpPr txBox="1"/>
          <p:nvPr/>
        </p:nvSpPr>
        <p:spPr>
          <a:xfrm>
            <a:off x="413084" y="1218726"/>
            <a:ext cx="6096000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Acute causes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Viral hepatitis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Alcohol-related hepatitis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Autoimmune hepatitis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Toxic hepatitis</a:t>
            </a: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Chronic causes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Chronic hepatitis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Cirrhosis</a:t>
            </a: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Intrahepatic cholestasis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Impaired excretion of conjugated bilirubin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Increased serum bilirubin</a:t>
            </a: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Histological example: HBV-associated intrahepatic cholestasis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72F954-B6C3-FDD4-E6A4-3E4FBBF96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277" y="1443789"/>
            <a:ext cx="5221338" cy="34808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CF7748-6F23-218D-BE2F-8145D4184407}"/>
              </a:ext>
            </a:extLst>
          </p:cNvPr>
          <p:cNvSpPr txBox="1"/>
          <p:nvPr/>
        </p:nvSpPr>
        <p:spPr>
          <a:xfrm>
            <a:off x="5599811" y="5312154"/>
            <a:ext cx="6592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NB : both conjugated and unconjugated bilirubin might be elevated</a:t>
            </a:r>
          </a:p>
        </p:txBody>
      </p:sp>
    </p:spTree>
    <p:extLst>
      <p:ext uri="{BB962C8B-B14F-4D97-AF65-F5344CB8AC3E}">
        <p14:creationId xmlns:p14="http://schemas.microsoft.com/office/powerpoint/2010/main" val="1249546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C140B-C7C0-8FDB-B85A-8AB7AF16D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19" y="437430"/>
            <a:ext cx="11516627" cy="478155"/>
          </a:xfrm>
        </p:spPr>
        <p:txBody>
          <a:bodyPr/>
          <a:lstStyle/>
          <a:p>
            <a:r>
              <a:rPr lang="en-GB"/>
              <a:t>Viral Hepatitis: Mechanism and Clinical Features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B21EF9-0DCD-33C8-9B25-A541D521D6BE}"/>
              </a:ext>
            </a:extLst>
          </p:cNvPr>
          <p:cNvSpPr txBox="1"/>
          <p:nvPr/>
        </p:nvSpPr>
        <p:spPr>
          <a:xfrm>
            <a:off x="644165" y="1441515"/>
            <a:ext cx="7044014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Hepatitis viruses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Hepatitis A, B, C, D and E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Infect hepatocytes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Immune responses contribute to liver cell injury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Jaundice does not always occur</a:t>
            </a: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Hepatitis A</a:t>
            </a:r>
          </a:p>
          <a:p>
            <a:pPr marL="228600" indent="-228600">
              <a:buFont typeface=""/>
              <a:buChar char="•"/>
            </a:pP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Faecal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–oral transmission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Common in regions with inadequate sanitation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Flu-like symptoms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Nausea and anorexia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Jaundice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Dark urine and pale stools</a:t>
            </a:r>
          </a:p>
          <a:p>
            <a:pPr marL="228600" indent="-228600">
              <a:buFont typeface=""/>
              <a:buChar char="•"/>
            </a:pP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Hospitalisation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is rarely required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E96E15-C6E0-EC79-DC33-2A7B95D79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983" y="2267999"/>
            <a:ext cx="3285852" cy="232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44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6D84C-62B7-C935-F841-1916B278A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0"/>
            <a:ext cx="11536680" cy="478155"/>
          </a:xfrm>
        </p:spPr>
        <p:txBody>
          <a:bodyPr/>
          <a:lstStyle/>
          <a:p>
            <a:r>
              <a:rPr lang="en-GB"/>
              <a:t>Viral Hepatitis: Comparison of Hepatitis A/E, B and C</a:t>
            </a:r>
            <a:endParaRPr lang="zh-CN" altLang="en-US"/>
          </a:p>
        </p:txBody>
      </p:sp>
      <p:pic>
        <p:nvPicPr>
          <p:cNvPr id="4" name="图片 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9A8B736F-131A-906B-70D9-120D5A1E0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334610"/>
            <a:ext cx="11887200" cy="370867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97500D-41B6-D493-0D66-939F3F0EBE3A}"/>
              </a:ext>
            </a:extLst>
          </p:cNvPr>
          <p:cNvSpPr txBox="1"/>
          <p:nvPr/>
        </p:nvSpPr>
        <p:spPr>
          <a:xfrm>
            <a:off x="3150205" y="5274615"/>
            <a:ext cx="8303857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Important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Jaundice may be absent.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Jaundice may appear late</a:t>
            </a:r>
          </a:p>
        </p:txBody>
      </p:sp>
    </p:spTree>
    <p:extLst>
      <p:ext uri="{BB962C8B-B14F-4D97-AF65-F5344CB8AC3E}">
        <p14:creationId xmlns:p14="http://schemas.microsoft.com/office/powerpoint/2010/main" val="2564930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C690-2FEE-C7F0-F263-DBDAF226B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Other Causes of Intrahepatic Cholestasis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C15DDF-B345-6F62-C9C2-96175F7C0593}"/>
              </a:ext>
            </a:extLst>
          </p:cNvPr>
          <p:cNvSpPr txBox="1"/>
          <p:nvPr/>
        </p:nvSpPr>
        <p:spPr>
          <a:xfrm>
            <a:off x="235092" y="1467955"/>
            <a:ext cx="6096000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Other Causes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Intrahepatic Cholestasis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Cancer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Destruction of small bile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ductules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Autoimmune conditions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Drug-related injury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Systemic injury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Pregnancy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Drug toxicity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D71B21-C2A5-10E4-154A-A5453E9E2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359" y="1961046"/>
            <a:ext cx="7230549" cy="3428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2B1DFF-3CF2-A35E-ADE8-7F01FDFF754A}"/>
              </a:ext>
            </a:extLst>
          </p:cNvPr>
          <p:cNvSpPr txBox="1"/>
          <p:nvPr/>
        </p:nvSpPr>
        <p:spPr>
          <a:xfrm>
            <a:off x="3049003" y="5179593"/>
            <a:ext cx="60939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Intrahepatic cholestasis can arise from different processes within the liver.</a:t>
            </a:r>
          </a:p>
        </p:txBody>
      </p:sp>
    </p:spTree>
    <p:extLst>
      <p:ext uri="{BB962C8B-B14F-4D97-AF65-F5344CB8AC3E}">
        <p14:creationId xmlns:p14="http://schemas.microsoft.com/office/powerpoint/2010/main" val="3268531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032416-5C97-8EE9-71E0-D765D2DFA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0"/>
            <a:ext cx="11689080" cy="478155"/>
          </a:xfrm>
        </p:spPr>
        <p:txBody>
          <a:bodyPr/>
          <a:lstStyle/>
          <a:p>
            <a:r>
              <a:rPr lang="zh-CN"/>
              <a:t>Post-hepatic Jaundice: Mechanism and Laboratory Findings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B7A34E-3128-763F-71B1-1F3E511346CA}"/>
              </a:ext>
            </a:extLst>
          </p:cNvPr>
          <p:cNvSpPr txBox="1"/>
          <p:nvPr/>
        </p:nvSpPr>
        <p:spPr>
          <a:xfrm>
            <a:off x="123324" y="1455320"/>
            <a:ext cx="6096000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Post-hepatic Jaundice</a:t>
            </a: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Main mechanism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Obstruction of bile flow after bile is produced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Impaired excretion of bilirubin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Increased serum bilirubin</a:t>
            </a:r>
          </a:p>
        </p:txBody>
      </p:sp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D8C291CF-3FF3-2CC1-FF9F-A1B450398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800" y="1289605"/>
            <a:ext cx="5669876" cy="2181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6C0701-8A55-BB3E-D899-AC98C82C5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7671" y="3771465"/>
            <a:ext cx="6451005" cy="299535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F0FF6D8-C4B1-1BA7-7E41-BE777121B21E}"/>
              </a:ext>
            </a:extLst>
          </p:cNvPr>
          <p:cNvSpPr txBox="1"/>
          <p:nvPr/>
        </p:nvSpPr>
        <p:spPr>
          <a:xfrm>
            <a:off x="123324" y="3448299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Common causes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: Gallstones, bile duct disease, cancer and external compression.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347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D2CFE-A228-37CA-AA1E-D5C3951F9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Causes of Biliary Obstruction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34556B6-6923-C5A3-0E3B-56D214CDCFD1}"/>
              </a:ext>
            </a:extLst>
          </p:cNvPr>
          <p:cNvSpPr txBox="1"/>
          <p:nvPr/>
        </p:nvSpPr>
        <p:spPr>
          <a:xfrm>
            <a:off x="769152" y="1351508"/>
            <a:ext cx="9811418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Obstruction within the biliary tract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Gallstones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Bile duct inflammation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Bile duct cancer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Compression from outside the biliary tract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Enlarged lymph nodes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Pancreatic cancer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341146-6CF1-21FD-EAB7-9704C35F5C91}"/>
              </a:ext>
            </a:extLst>
          </p:cNvPr>
          <p:cNvSpPr txBox="1"/>
          <p:nvPr/>
        </p:nvSpPr>
        <p:spPr>
          <a:xfrm>
            <a:off x="3407945" y="4675495"/>
            <a:ext cx="60939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Different diseases can produce a similar pattern of obstructive jaundice.</a:t>
            </a:r>
          </a:p>
        </p:txBody>
      </p:sp>
    </p:spTree>
    <p:extLst>
      <p:ext uri="{BB962C8B-B14F-4D97-AF65-F5344CB8AC3E}">
        <p14:creationId xmlns:p14="http://schemas.microsoft.com/office/powerpoint/2010/main" val="1484992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5A6BCE-2E6E-9ADC-828B-1944FE995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Gallstones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36B4F5-D06D-C81A-8A9F-C5F07651453B}"/>
              </a:ext>
            </a:extLst>
          </p:cNvPr>
          <p:cNvSpPr txBox="1"/>
          <p:nvPr/>
        </p:nvSpPr>
        <p:spPr>
          <a:xfrm>
            <a:off x="502920" y="1257045"/>
            <a:ext cx="6096000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Women: 20–30%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Men: 10–20%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Age group: 50–60 years</a:t>
            </a: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Clinical features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Most gallstones are asymptomatic.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Gallstones arise from an imbalance in bile constituents.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Migration of stones may cause biliary obstruction.</a:t>
            </a: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Possible complications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Jaundice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Cholangitis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225879-F6A2-37E2-F0C0-12BF888B8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727" y="915585"/>
            <a:ext cx="5153744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511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57956-3669-FBE2-935F-AFA40407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Pancreatic Cancer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0C4707-8791-0717-C019-05405CCFF617}"/>
              </a:ext>
            </a:extLst>
          </p:cNvPr>
          <p:cNvSpPr txBox="1"/>
          <p:nvPr/>
        </p:nvSpPr>
        <p:spPr>
          <a:xfrm>
            <a:off x="630562" y="1592055"/>
            <a:ext cx="6096000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Mechanism</a:t>
            </a:r>
          </a:p>
          <a:p>
            <a:pPr marL="228600" indent="-228600">
              <a:buFont typeface=""/>
              <a:buChar char="•"/>
            </a:pP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may obstruct the lower common bile duct.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Bile flow becomes impaired.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Bilirubin accumulates.</a:t>
            </a: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Typical clinical presentation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Painless jaundice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Weight loss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More common in older patients</a:t>
            </a:r>
          </a:p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Clinical significance</a:t>
            </a: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- Poor prognosis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ABBD43-6368-AA1B-0026-3BCECD2B3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794" y="1051512"/>
            <a:ext cx="4277322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528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8F80F4-31EA-E491-475A-6E0853C91024}"/>
              </a:ext>
            </a:extLst>
          </p:cNvPr>
          <p:cNvSpPr txBox="1"/>
          <p:nvPr/>
        </p:nvSpPr>
        <p:spPr>
          <a:xfrm>
            <a:off x="3287077" y="89402"/>
            <a:ext cx="7014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A useful summary to aid differential diagnosis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BA94361-980F-D239-05AA-84F0C7DDB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399" y="835567"/>
            <a:ext cx="10039095" cy="518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441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87E2E-EEB4-30DD-3274-9746A7A6A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 summary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B1D81-6F8E-674B-AEDC-09FA474763AB}"/>
              </a:ext>
            </a:extLst>
          </p:cNvPr>
          <p:cNvSpPr txBox="1"/>
          <p:nvPr/>
        </p:nvSpPr>
        <p:spPr>
          <a:xfrm>
            <a:off x="1302417" y="1351508"/>
            <a:ext cx="1016367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We have introduced some tests which may indicate presence of liver disease </a:t>
            </a:r>
          </a:p>
          <a:p>
            <a:endParaRPr lang="en-GB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We discussed the metabolism and recycling of bilirubin </a:t>
            </a:r>
          </a:p>
          <a:p>
            <a:endParaRPr lang="en-GB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This was then linked to what happens in serum and how you can measure bilirubin as a clue to whether someone has jaundice due to liver disease </a:t>
            </a:r>
          </a:p>
          <a:p>
            <a:endParaRPr lang="en-GB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Remember its hard to decide what type of liver disease someone has just because they have jaundice – other tests are required</a:t>
            </a:r>
          </a:p>
        </p:txBody>
      </p:sp>
    </p:spTree>
    <p:extLst>
      <p:ext uri="{BB962C8B-B14F-4D97-AF65-F5344CB8AC3E}">
        <p14:creationId xmlns:p14="http://schemas.microsoft.com/office/powerpoint/2010/main" val="27515650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DC3B6-FD39-A3C5-8B60-0CD648A7B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FDD451EC-CE4B-5B38-007D-CB1410B4F0F4}"/>
              </a:ext>
            </a:extLst>
          </p:cNvPr>
          <p:cNvSpPr txBox="1">
            <a:spLocks/>
          </p:cNvSpPr>
          <p:nvPr/>
        </p:nvSpPr>
        <p:spPr>
          <a:xfrm>
            <a:off x="2243959" y="3188368"/>
            <a:ext cx="7704082" cy="10134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54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>
              <a:tabLst>
                <a:tab pos="1555750" algn="l"/>
              </a:tabLst>
              <a:defRPr/>
            </a:pPr>
            <a:r>
              <a:rPr lang="en-US" sz="5000">
                <a:solidFill>
                  <a:srgbClr val="000000"/>
                </a:solidFill>
                <a:latin typeface="Times New Roman"/>
                <a:cs typeface="Times New Roman"/>
              </a:rPr>
              <a:t>Case Study</a:t>
            </a:r>
            <a:endParaRPr lang="zh-CN" altLang="en-US"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8632003"/>
      </p:ext>
    </p:extLst>
  </p:cSld>
  <p:clrMapOvr>
    <a:masterClrMapping/>
  </p:clrMapOvr>
</p:sld>
</file>

<file path=ppt/theme/theme1.xml><?xml version="1.0" encoding="utf-8"?>
<a:theme xmlns:a="http://schemas.openxmlformats.org/drawingml/2006/main" name="Dark Theme">
  <a:themeElements>
    <a:clrScheme name="UoB Colours Dark">
      <a:dk1>
        <a:srgbClr val="000000"/>
      </a:dk1>
      <a:lt1>
        <a:srgbClr val="FFFFFF"/>
      </a:lt1>
      <a:dk2>
        <a:srgbClr val="CD9700"/>
      </a:dk2>
      <a:lt2>
        <a:srgbClr val="E30513"/>
      </a:lt2>
      <a:accent1>
        <a:srgbClr val="3AAA34"/>
      </a:accent1>
      <a:accent2>
        <a:srgbClr val="00ACA9"/>
      </a:accent2>
      <a:accent3>
        <a:srgbClr val="2481C3"/>
      </a:accent3>
      <a:accent4>
        <a:srgbClr val="5E4F9C"/>
      </a:accent4>
      <a:accent5>
        <a:srgbClr val="EA5183"/>
      </a:accent5>
      <a:accent6>
        <a:srgbClr val="F07F3C"/>
      </a:accent6>
      <a:hlink>
        <a:srgbClr val="CD9700"/>
      </a:hlink>
      <a:folHlink>
        <a:srgbClr val="58595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64563E0E-0D7E-AA4D-BFBE-8EE264B25B57}" vid="{493320C7-8D07-0B42-8D59-EBCF125169F0}"/>
    </a:ext>
  </a:extLst>
</a:theme>
</file>

<file path=ppt/theme/theme2.xml><?xml version="1.0" encoding="utf-8"?>
<a:theme xmlns:a="http://schemas.openxmlformats.org/drawingml/2006/main" name="Light Theme">
  <a:themeElements>
    <a:clrScheme name="UoB Colours Light">
      <a:dk1>
        <a:srgbClr val="000000"/>
      </a:dk1>
      <a:lt1>
        <a:srgbClr val="FFFFFF"/>
      </a:lt1>
      <a:dk2>
        <a:srgbClr val="C59A00"/>
      </a:dk2>
      <a:lt2>
        <a:srgbClr val="C20019"/>
      </a:lt2>
      <a:accent1>
        <a:srgbClr val="007838"/>
      </a:accent1>
      <a:accent2>
        <a:srgbClr val="00788E"/>
      </a:accent2>
      <a:accent3>
        <a:srgbClr val="0057BF"/>
      </a:accent3>
      <a:accent4>
        <a:srgbClr val="501D83"/>
      </a:accent4>
      <a:accent5>
        <a:srgbClr val="DB0061"/>
      </a:accent5>
      <a:accent6>
        <a:srgbClr val="CF4527"/>
      </a:accent6>
      <a:hlink>
        <a:srgbClr val="C49900"/>
      </a:hlink>
      <a:folHlink>
        <a:srgbClr val="3C3C3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64563E0E-0D7E-AA4D-BFBE-8EE264B25B57}" vid="{0C11D688-98AA-9440-97F5-5528AEA15EEA}"/>
    </a:ext>
  </a:extLst>
</a:theme>
</file>

<file path=ppt/theme/theme3.xml><?xml version="1.0" encoding="utf-8"?>
<a:theme xmlns:a="http://schemas.openxmlformats.org/drawingml/2006/main" name="1_Light Theme">
  <a:themeElements>
    <a:clrScheme name="UoB Colours Light">
      <a:dk1>
        <a:srgbClr val="000000"/>
      </a:dk1>
      <a:lt1>
        <a:srgbClr val="FFFFFF"/>
      </a:lt1>
      <a:dk2>
        <a:srgbClr val="C59A00"/>
      </a:dk2>
      <a:lt2>
        <a:srgbClr val="C20019"/>
      </a:lt2>
      <a:accent1>
        <a:srgbClr val="007838"/>
      </a:accent1>
      <a:accent2>
        <a:srgbClr val="00788E"/>
      </a:accent2>
      <a:accent3>
        <a:srgbClr val="0057BF"/>
      </a:accent3>
      <a:accent4>
        <a:srgbClr val="501D83"/>
      </a:accent4>
      <a:accent5>
        <a:srgbClr val="DB0061"/>
      </a:accent5>
      <a:accent6>
        <a:srgbClr val="CF4527"/>
      </a:accent6>
      <a:hlink>
        <a:srgbClr val="C49900"/>
      </a:hlink>
      <a:folHlink>
        <a:srgbClr val="3C3C3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64563E0E-0D7E-AA4D-BFBE-8EE264B25B57}" vid="{0C11D688-98AA-9440-97F5-5528AEA15EE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73F6359D7B604CAEA14136217CB54E" ma:contentTypeVersion="5" ma:contentTypeDescription="Create a new document." ma:contentTypeScope="" ma:versionID="cdf165d372f6483f71d895dac5d1f9b0">
  <xsd:schema xmlns:xsd="http://www.w3.org/2001/XMLSchema" xmlns:xs="http://www.w3.org/2001/XMLSchema" xmlns:p="http://schemas.microsoft.com/office/2006/metadata/properties" xmlns:ns2="0e34e649-a8e5-412e-b92d-382cf62ef5f9" xmlns:ns3="8134670b-a3f5-4369-881d-e06d9722a179" targetNamespace="http://schemas.microsoft.com/office/2006/metadata/properties" ma:root="true" ma:fieldsID="52f5979111634efdd37c1b1669416aa3" ns2:_="" ns3:_="">
    <xsd:import namespace="0e34e649-a8e5-412e-b92d-382cf62ef5f9"/>
    <xsd:import namespace="8134670b-a3f5-4369-881d-e06d9722a1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34e649-a8e5-412e-b92d-382cf62ef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34670b-a3f5-4369-881d-e06d9722a17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DCF0076-75FB-42C1-8023-0A4465E56CE0}">
  <ds:schemaRefs>
    <ds:schemaRef ds:uri="0e34e649-a8e5-412e-b92d-382cf62ef5f9"/>
    <ds:schemaRef ds:uri="8134670b-a3f5-4369-881d-e06d9722a17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FEB96AD-99A0-45ED-B827-BCC3E4FCF4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425E88-7C68-4EAE-8276-42214E6BF34B}">
  <ds:schemaRefs>
    <ds:schemaRef ds:uri="0e34e649-a8e5-412e-b92d-382cf62ef5f9"/>
    <ds:schemaRef ds:uri="8134670b-a3f5-4369-881d-e06d9722a17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Dark Theme</Template>
  <TotalTime>1</TotalTime>
  <Words>1370</Words>
  <Application>Microsoft Office PowerPoint</Application>
  <PresentationFormat>Widescreen</PresentationFormat>
  <Paragraphs>323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Times New Roman</vt:lpstr>
      <vt:lpstr>Calibri</vt:lpstr>
      <vt:lpstr>Helvetica</vt:lpstr>
      <vt:lpstr>等线 Light</vt:lpstr>
      <vt:lpstr>Arial</vt:lpstr>
      <vt:lpstr>Dark Theme</vt:lpstr>
      <vt:lpstr>Light Theme</vt:lpstr>
      <vt:lpstr>1_Light Theme</vt:lpstr>
      <vt:lpstr>DRS - Jaundice</vt:lpstr>
      <vt:lpstr>Jaundice</vt:lpstr>
      <vt:lpstr>What Is Jaundice?</vt:lpstr>
      <vt:lpstr>How Do We Investigate Liver Disease?</vt:lpstr>
      <vt:lpstr>Bile Production</vt:lpstr>
      <vt:lpstr>Where Does Bilirubin Come From?</vt:lpstr>
      <vt:lpstr>Haem Breakdown in Macrophages</vt:lpstr>
      <vt:lpstr>Bilirubin Transport and Conjugation</vt:lpstr>
      <vt:lpstr>Bilirubin Excretion and Recycling</vt:lpstr>
      <vt:lpstr>Classification of Jaundice</vt:lpstr>
      <vt:lpstr>Pre-hepatic Jaundice</vt:lpstr>
      <vt:lpstr>Haemolytic Anaemia and Liver-Related Findings</vt:lpstr>
      <vt:lpstr>Clinical Example: Sickle Cell Disease</vt:lpstr>
      <vt:lpstr>Clinical Example: Treatment</vt:lpstr>
      <vt:lpstr>Gilbert's Syndrome</vt:lpstr>
      <vt:lpstr>Neonatal Jaundice</vt:lpstr>
      <vt:lpstr>Intrahepatic Jaundice</vt:lpstr>
      <vt:lpstr>Hepatitis and Liver Cell Injury</vt:lpstr>
      <vt:lpstr>Viral Hepatitis: Mechanism and Clinical Features</vt:lpstr>
      <vt:lpstr>Viral Hepatitis: Comparison of Hepatitis A/E, B and C</vt:lpstr>
      <vt:lpstr>Other Causes of Intrahepatic Cholestasis</vt:lpstr>
      <vt:lpstr>Post-hepatic Jaundice: Mechanism and Laboratory Findings</vt:lpstr>
      <vt:lpstr>Causes of Biliary Obstruction</vt:lpstr>
      <vt:lpstr>Gallstones</vt:lpstr>
      <vt:lpstr>Pancreatic Cancer</vt:lpstr>
      <vt:lpstr>PowerPoint Presentation</vt:lpstr>
      <vt:lpstr>In summary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 Pearson (Campaigns and Reputation)</dc:creator>
  <cp:lastModifiedBy>Yueming Li (Biomedical Sciences)</cp:lastModifiedBy>
  <cp:revision>1</cp:revision>
  <dcterms:created xsi:type="dcterms:W3CDTF">2023-08-23T12:07:50Z</dcterms:created>
  <dcterms:modified xsi:type="dcterms:W3CDTF">2026-10-21T09:28:41Z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0x0101009073F6359D7B604CAEA14136217CB54E</vt:lpwstr>
  </property>
</Properties>
</file>